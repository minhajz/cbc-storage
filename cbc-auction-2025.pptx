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21040" y="1371600"/>
            <a:ext cx="3566160" cy="356616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2743200"/>
            <a:ext cx="274320" cy="411480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entury Gothic"/>
              </a:rPr>
              <a:t>CRIC BUDDIES 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49100"/>
                </a:solidFill>
                <a:latin typeface="Century Gothic"/>
              </a:rPr>
              <a:t>AUCTION –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DBEFF9"/>
                </a:solidFill>
                <a:latin typeface="Century Gothic"/>
              </a:rPr>
              <a:t>TOURNAMENT 1  ·  SEASON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009DD9"/>
                </a:solidFill>
                <a:latin typeface="Century Gothic"/>
              </a:rPr>
              <a:t>  45 PLAYERS  ·  11 ROUNDS  ·  5 CATEGORIES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  <a:latin typeface="Century Gothic"/>
              </a:rPr>
              <a:t>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114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entury Gothic"/>
              </a:rPr>
              <a:t>C B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11274552" cy="1645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entury Gothic"/>
              </a:rPr>
              <a:t>GAME-CHANGERS (STAGE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DBEFF9"/>
                </a:solidFill>
                <a:latin typeface="Century Gothic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F49100"/>
                </a:solidFill>
                <a:latin typeface="Century Gothic"/>
              </a:rPr>
              <a:t>9 PLAYERS IN THIS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DBEFF9"/>
                </a:solidFill>
                <a:latin typeface="Century Gothic"/>
              </a:rPr>
              <a:t>CRIC BUDDIES CLUB  ·  AUCTION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entury Gothic"/>
              </a:rPr>
              <a:t>SAMI SIDDIQUI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F6FC6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₹50,000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AMJAD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3017520" cy="50292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7406D"/>
                </a:solidFill>
                <a:latin typeface="Century Gothic"/>
              </a:rPr>
              <a:t>✓ DEFAULT: TEAM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F6FC6"/>
                </a:solidFill>
                <a:latin typeface="Century Gothic"/>
              </a:rPr>
              <a:t>AUCTION DETAILS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₹50,000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61188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361188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048" y="36758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DEFAULT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6758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Team 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UBAID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3017520" cy="50292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7406D"/>
                </a:solidFill>
                <a:latin typeface="Century Gothic"/>
              </a:rPr>
              <a:t>✓ DEFAULT: TEAM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F6FC6"/>
                </a:solidFill>
                <a:latin typeface="Century Gothic"/>
              </a:rPr>
              <a:t>AUCTION DETAILS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₹50,000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61188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361188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048" y="36758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DEFAULT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6758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Team 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ABRAR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3017520" cy="50292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7406D"/>
                </a:solidFill>
                <a:latin typeface="Century Gothic"/>
              </a:rPr>
              <a:t>✓ DEFAULT: TEAM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F6FC6"/>
                </a:solidFill>
                <a:latin typeface="Century Gothic"/>
              </a:rPr>
              <a:t>AUCTION DETAILS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₹50,000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61188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361188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048" y="36758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DEFAULT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6758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Team 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IMRAN KHAN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F6FC6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₹60,000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₹40,000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₹20,000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RIAZ OG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F6FC6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₹65,000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₹45,000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₹25,000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MUQTADAR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F6FC6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₹35,000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₹75,000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₹35,000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SALMAN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3017520" cy="50292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7406D"/>
                </a:solidFill>
                <a:latin typeface="Century Gothic"/>
              </a:rPr>
              <a:t>✓ DEFAULT: TEAM 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F6FC6"/>
                </a:solidFill>
                <a:latin typeface="Century Gothic"/>
              </a:rPr>
              <a:t>AUCTION DETAILS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₹35,000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₹75,000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₹55,000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61188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361188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048" y="36758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DEFAULT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6758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Team 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₹35,000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ALEEM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F6FC6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₹65,000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₹45,000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₹25,000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11274552" cy="1645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entury Gothic"/>
              </a:rPr>
              <a:t>GAME-CHANGERS (STAGE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DBEFF9"/>
                </a:solidFill>
                <a:latin typeface="Century Gothic"/>
              </a:rPr>
              <a:t>STAGE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F49100"/>
                </a:solidFill>
                <a:latin typeface="Century Gothic"/>
              </a:rPr>
              <a:t>12 PLAYERS IN THIS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DBEFF9"/>
                </a:solidFill>
                <a:latin typeface="Century Gothic"/>
              </a:rPr>
              <a:t>CRIC BUDDIES CLUB  ·  AUCTION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AJJU MERAJ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9D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₹150,000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₹230,000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₹190,000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₹150,000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HASHIM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9D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₹85,000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₹165,000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₹125,000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₹85,000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AAMER KHAN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3017520" cy="50292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7406D"/>
                </a:solidFill>
                <a:latin typeface="Century Gothic"/>
              </a:rPr>
              <a:t>✓ DEFAULT: TEAM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9D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₹125,000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₹205,000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₹165,000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61188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361188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048" y="36758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DEFAULT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6758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Team 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₹125,000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JUNAID 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3017520" cy="50292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7406D"/>
                </a:solidFill>
                <a:latin typeface="Century Gothic"/>
              </a:rPr>
              <a:t>✓ DEFAULT: TEAM 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9D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₹85,000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₹165,000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₹125,000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61188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361188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048" y="36758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DEFAULT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6758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Team 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₹85,000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FAIZUDDIN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9D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₹140,000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₹220,000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₹180,000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₹140,000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FARHAN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9D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₹140,000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₹220,000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₹180,000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₹140,000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ADIL MD.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9D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₹140,000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₹220,000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₹180,000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₹140,000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ZAIN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3017520" cy="50292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7406D"/>
                </a:solidFill>
                <a:latin typeface="Century Gothic"/>
              </a:rPr>
              <a:t>✓ DEFAULT: TEAM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9D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₹130,000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₹210,000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₹170,000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61188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361188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048" y="36758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DEFAULT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6758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Team 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₹130,000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ABDUL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9D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₹145,000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₹225,000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₹185,000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₹145,000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AHSAN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9D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₹135,000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₹215,000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₹175,000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₹135,000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HASAN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3017520" cy="50292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7406D"/>
                </a:solidFill>
                <a:latin typeface="Century Gothic"/>
              </a:rPr>
              <a:t>✓ DEFAULT: TEAM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9D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₹145,000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₹225,000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₹185,000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61188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361188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048" y="36758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DEFAULT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6758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Team 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₹145,000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MASROOR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GAME-CHANGERS (STAGE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9D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₹150,000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₹230,000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₹190,000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₹150,000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11274552" cy="1645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entury Gothic"/>
              </a:rPr>
              <a:t>SPECIALISTS   (STAGE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DBEFF9"/>
                </a:solidFill>
                <a:latin typeface="Century Gothic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F49100"/>
                </a:solidFill>
                <a:latin typeface="Century Gothic"/>
              </a:rPr>
              <a:t>12 PLAYERS IN THIS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DBEFF9"/>
                </a:solidFill>
                <a:latin typeface="Century Gothic"/>
              </a:rPr>
              <a:t>CRIC BUDDIES CLUB  ·  AUCTION 2025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JABIR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BD0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₹180,000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₹260,000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₹220,000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₹180,000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JUNAID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BD0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₹170,000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₹250,000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₹210,000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₹170,000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IMRAN KHAJA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BD0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₹155,000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₹235,000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₹195,000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₹155,000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ASHRAF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BD0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₹165,000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₹245,000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₹165,000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MEHBOOB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BD0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₹165,000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₹245,000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₹165,000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SADEEN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BD0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₹185,000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₹265,000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₹225,000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₹185,000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ADIL MANGA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BD0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₹160,000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₹240,000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₹160,000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AYUB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3017520" cy="50292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7406D"/>
                </a:solidFill>
                <a:latin typeface="Century Gothic"/>
              </a:rPr>
              <a:t>✓ DEFAULT: TEAM 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BD0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₹180,000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₹260,000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₹220,000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61188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361188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048" y="36758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DEFAULT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6758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Team 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₹180,000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SAMI UDDIN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BD0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₹180,000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₹260,000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₹220,000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₹180,000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MUZAFFAR 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BD0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₹185,000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₹265,000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₹225,000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₹185,000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ATIF MD.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BD0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₹205,000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₹285,000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₹245,000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₹205,000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ASIF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BD0D9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₹200,000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₹280,000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₹240,000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₹200,000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11274552" cy="1645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entury Gothic"/>
              </a:rPr>
              <a:t>SPECIALISTS   (STAGE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DBEFF9"/>
                </a:solidFill>
                <a:latin typeface="Century Gothic"/>
              </a:rPr>
              <a:t>STAGE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F49100"/>
                </a:solidFill>
                <a:latin typeface="Century Gothic"/>
              </a:rPr>
              <a:t>8 PLAYERS IN THIS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DBEFF9"/>
                </a:solidFill>
                <a:latin typeface="Century Gothic"/>
              </a:rPr>
              <a:t>CRIC BUDDIES CLUB  ·  AUCTION 2025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YOUSUF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0CF9B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₹235,000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₹7,500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₹355,000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₹295,000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₹235,000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MUJJU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0CF9B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₹240,000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₹7,500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₹360,000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₹300,000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₹240,000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MUDASSIR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0CF9B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₹235,000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₹7,500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₹355,000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₹295,000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₹235,000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SHAKEEL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3017520" cy="50292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7406D"/>
                </a:solidFill>
                <a:latin typeface="Century Gothic"/>
              </a:rPr>
              <a:t>✓ DEFAULT: TEAM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0CF9B"/>
                </a:solidFill>
                <a:latin typeface="Century Gothic"/>
              </a:rPr>
              <a:t>AUCTION DETAILS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₹235,000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₹7,500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₹355,000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₹295,000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61188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361188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048" y="36758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DEFAULT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6758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Team 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₹235,000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KHALID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0CF9B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₹270,000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₹7,500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₹390,000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₹330,000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₹270,000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MERAJ 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0CF9B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₹230,000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₹7,500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₹350,000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₹290,000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₹230,000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WAJID ALI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0CF9B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₹250,000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₹7,500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₹370,000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₹310,000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₹250,000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WAJID MOIN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SPECIALISTS   (STAGE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3017520" cy="50292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7406D"/>
                </a:solidFill>
                <a:latin typeface="Century Gothic"/>
              </a:rPr>
              <a:t>✓ DEFAULT: TEAM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0CF9B"/>
                </a:solidFill>
                <a:latin typeface="Century Gothic"/>
              </a:rPr>
              <a:t>AUCTION DETAILS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₹245,000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₹7,500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₹365,000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₹305,000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61188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3611880"/>
            <a:ext cx="45720" cy="50292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048" y="36758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DEFAULT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6758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Team 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₹245,000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11274552" cy="1645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entury Gothic"/>
              </a:rPr>
              <a:t>HEAVYWEIGHTS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F49100"/>
                </a:solidFill>
                <a:latin typeface="Century Gothic"/>
              </a:rPr>
              <a:t>4 PLAYERS IN THIS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DBEFF9"/>
                </a:solidFill>
                <a:latin typeface="Century Gothic"/>
              </a:rPr>
              <a:t>CRIC BUDDIES CLUB  ·  AUCTION 2025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RAHMAT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HEAVYWEIGHTS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7CCA62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₹350,000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₹510,000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₹40,000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₹430,000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₹350,000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entury Gothic"/>
              </a:rPr>
              <a:t>RIAZ AHMED (GOAT)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HEAVYWEIGHTS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7CCA62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₹360,000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₹520,000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₹40,000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₹440,000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₹360,000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ZIKRAN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HEAVYWEIGHTS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7CCA62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₹330,000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₹490,000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₹40,000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₹410,000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₹330,000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0"/>
            <a:ext cx="164592" cy="685800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228600"/>
            <a:ext cx="109728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ROUND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entury Gothic"/>
              </a:rPr>
              <a:t>SHAHZOR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474720" cy="54864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41605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009DD9"/>
                </a:solidFill>
                <a:latin typeface="Century Gothic"/>
              </a:rPr>
              <a:t>HEAVYWEIGHTS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48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7CCA62"/>
                </a:solidFill>
                <a:latin typeface="Century Gothic"/>
              </a:rPr>
              <a:t>AUCTION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987552"/>
            <a:ext cx="6858000" cy="36576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16128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BASE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16128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₹340,000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60020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166420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INCREMENTS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6420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10312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16712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MAX BID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6712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49100"/>
                </a:solidFill>
                <a:latin typeface="Century Gothic"/>
              </a:rPr>
              <a:t>₹500,000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06040"/>
            <a:ext cx="6858000" cy="50292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67004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BID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004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₹40,000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108960"/>
            <a:ext cx="6858000" cy="5029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108960"/>
            <a:ext cx="45720" cy="50292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172968"/>
            <a:ext cx="3319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DBEFF9"/>
                </a:solidFill>
                <a:latin typeface="Century Gothic"/>
              </a:rPr>
              <a:t>RE-ENTRY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72968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entury Gothic"/>
              </a:rPr>
              <a:t>₹420,000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14800"/>
            <a:ext cx="6858000" cy="146304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73152" cy="1463040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2062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DBEFF9"/>
                </a:solidFill>
                <a:latin typeface="Century Gothic"/>
              </a:rPr>
              <a:t>STARTING BID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17720"/>
            <a:ext cx="6583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49100"/>
                </a:solidFill>
                <a:latin typeface="Century Gothic"/>
              </a:rPr>
              <a:t>₹340,000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557899"/>
                </a:solidFill>
                <a:latin typeface="Century Gothic"/>
              </a:rPr>
              <a:t>CRIC BUDDIES CLUB  ·  AUCTION 2025  ·  TOURNAMENT 1 – SEASON 2025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5743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entury Gothic"/>
              </a:rPr>
              <a:t>GAME-CHANGERS (STAGE 1) — COMPLETE PRICE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1457432" cy="36576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50392"/>
            <a:ext cx="11457432" cy="41148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86968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INCREMENTS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MAX BID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RE-ENTRY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886968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RE-ENTRY BID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886968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886968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TEAM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307592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1307592"/>
            <a:ext cx="45720" cy="429768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353312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Sami Siddiqui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35331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35331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135331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1737360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1737360"/>
            <a:ext cx="45720" cy="429768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1783080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Amjad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178308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1783080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178308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Team 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167128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2167128"/>
            <a:ext cx="45720" cy="429768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2212848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Ubaid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221284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2212848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21284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Team 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2596896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2596896"/>
            <a:ext cx="45720" cy="429768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2642616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Abrar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8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₹10,000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₹50,000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642616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₹10,000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60" y="2642616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2760" y="2642616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Team 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026664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5760" y="3026664"/>
            <a:ext cx="45720" cy="429768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3072384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Imran Khan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11880" y="307238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₹20,000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00600" y="307238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9320" y="307238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₹60,000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8040" y="307238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₹40,000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3072384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38360" y="3072384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52760" y="3072384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456432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65760" y="3456432"/>
            <a:ext cx="45720" cy="429768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3502152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Riaz OG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11880" y="350215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₹25,000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0600" y="350215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89320" y="350215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₹65,000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78040" y="350215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₹45,000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66760" y="350215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38360" y="350215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52760" y="350215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3886200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65760" y="3886200"/>
            <a:ext cx="45720" cy="429768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480" y="3931920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Muqtadar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11880" y="393192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₹35,000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00600" y="393192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89320" y="393192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₹75,000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78040" y="393192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₹55,000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66760" y="393192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38360" y="3931920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52760" y="393192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4315968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65760" y="4315968"/>
            <a:ext cx="45720" cy="429768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361688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Salman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11880" y="436168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₹35,000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00600" y="436168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89320" y="436168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₹75,000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78040" y="436168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₹55,000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66760" y="436168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38360" y="4361688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52760" y="436168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Team 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745736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65760" y="4745736"/>
            <a:ext cx="45720" cy="429768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11480" y="4791456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Aleem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11880" y="479145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₹25,000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00600" y="479145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₹2,500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89320" y="479145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₹65,000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78040" y="479145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₹45,000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66760" y="4791456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738360" y="4791456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652760" y="4791456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5743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entury Gothic"/>
              </a:rPr>
              <a:t>GAME-CHANGERS (STAGE 2) — COMPLETE PRICE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1457432" cy="36576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50392"/>
            <a:ext cx="11457432" cy="41148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86968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INCREMENTS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MAX BID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RE-ENTRY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886968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RE-ENTRY BID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886968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886968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TEAM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307592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1307592"/>
            <a:ext cx="45720" cy="429768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353312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Ajju Meraj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₹150,000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₹230,000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₹190,000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35331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35331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135331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1737360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1737360"/>
            <a:ext cx="45720" cy="429768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1783080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Hashim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₹85,000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₹165,000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₹125,000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178308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1783080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178308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167128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2167128"/>
            <a:ext cx="45720" cy="429768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2212848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Aamer Khan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₹125,000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₹205,000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₹165,000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221284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2212848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21284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Team 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2596896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2596896"/>
            <a:ext cx="45720" cy="429768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2642616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Junaid 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8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₹85,000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₹165,000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₹125,000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642616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60" y="2642616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2760" y="2642616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Team 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026664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5760" y="3026664"/>
            <a:ext cx="45720" cy="429768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3072384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Faizuddin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11880" y="307238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₹140,000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00600" y="307238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9320" y="307238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₹220,000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8040" y="307238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₹180,000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3072384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38360" y="3072384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52760" y="3072384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456432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65760" y="3456432"/>
            <a:ext cx="45720" cy="429768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3502152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Farhan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11880" y="350215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₹140,000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0600" y="350215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89320" y="350215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₹220,000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78040" y="350215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₹180,000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66760" y="350215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38360" y="350215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52760" y="350215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3886200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65760" y="3886200"/>
            <a:ext cx="45720" cy="429768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480" y="3931920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Adil Md.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11880" y="393192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₹140,000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00600" y="393192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89320" y="393192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₹220,000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78040" y="393192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₹180,000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66760" y="393192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38360" y="3931920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52760" y="393192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4315968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65760" y="4315968"/>
            <a:ext cx="45720" cy="429768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361688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Zain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11880" y="436168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₹130,000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00600" y="436168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89320" y="436168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₹210,000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78040" y="436168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₹170,000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66760" y="436168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38360" y="4361688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52760" y="436168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Team 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745736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65760" y="4745736"/>
            <a:ext cx="45720" cy="429768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11480" y="4791456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Abdul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11880" y="479145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₹145,000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00600" y="479145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89320" y="479145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₹225,000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78040" y="479145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₹185,000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66760" y="4791456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738360" y="4791456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652760" y="4791456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5175504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65760" y="5175504"/>
            <a:ext cx="45720" cy="429768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1480" y="5221224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Ahsan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611880" y="522122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₹135,000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800600" y="522122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989320" y="522122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₹215,000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178040" y="522122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₹175,000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366760" y="5221224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738360" y="5221224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652760" y="5221224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65760" y="5605272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65760" y="5605272"/>
            <a:ext cx="45720" cy="429768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11480" y="5650992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Hasan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11880" y="565099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₹145,000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800600" y="565099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989320" y="565099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₹225,000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178040" y="565099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₹185,000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66760" y="565099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738360" y="565099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652760" y="565099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Team C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" y="6035040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65760" y="6035040"/>
            <a:ext cx="45720" cy="429768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11480" y="6080760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Masroor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611880" y="608076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₹150,000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800600" y="608076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989320" y="608076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₹230,000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78040" y="608076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₹190,000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366760" y="608076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738360" y="6080760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652760" y="608076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5743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entury Gothic"/>
              </a:rPr>
              <a:t>SPECIALISTS   (STAGE 1) — COMPLETE PRICE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1457432" cy="36576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50392"/>
            <a:ext cx="11457432" cy="41148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86968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INCREMENTS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MAX BID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RE-ENTRY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886968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RE-ENTRY BID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886968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886968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TEAM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307592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1307592"/>
            <a:ext cx="45720" cy="429768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353312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Jabir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₹180,000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₹260,000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₹220,000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35331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35331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135331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1737360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1737360"/>
            <a:ext cx="45720" cy="429768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1783080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Junaid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₹170,000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₹250,000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₹210,000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178308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1783080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178308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167128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2167128"/>
            <a:ext cx="45720" cy="429768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2212848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Imran Khaja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₹155,000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₹235,000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₹195,000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221284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2212848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21284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2596896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2596896"/>
            <a:ext cx="45720" cy="429768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2642616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Ashraf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8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₹165,000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₹245,000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₹205,000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642616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60" y="2642616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2760" y="2642616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026664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5760" y="3026664"/>
            <a:ext cx="45720" cy="429768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3072384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Mehboob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11880" y="307238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₹165,000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00600" y="307238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9320" y="307238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₹245,000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8040" y="307238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₹205,000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3072384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38360" y="3072384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52760" y="3072384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456432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65760" y="3456432"/>
            <a:ext cx="45720" cy="429768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3502152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Sadeen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11880" y="350215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₹185,000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0600" y="350215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89320" y="350215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₹265,000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78040" y="350215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₹225,000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66760" y="350215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38360" y="350215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52760" y="350215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3886200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65760" y="3886200"/>
            <a:ext cx="45720" cy="429768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480" y="3931920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Adil Manga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11880" y="393192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₹160,000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00600" y="393192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89320" y="393192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₹240,000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78040" y="393192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₹200,000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66760" y="393192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38360" y="3931920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52760" y="393192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4315968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65760" y="4315968"/>
            <a:ext cx="45720" cy="429768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361688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Ayub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11880" y="436168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₹180,000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00600" y="436168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89320" y="436168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₹260,000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78040" y="436168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₹220,000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66760" y="436168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38360" y="4361688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52760" y="436168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Team 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745736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65760" y="4745736"/>
            <a:ext cx="45720" cy="429768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11480" y="4791456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Sami Uddin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11880" y="479145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₹180,000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00600" y="479145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89320" y="479145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₹260,000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78040" y="479145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₹220,000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66760" y="4791456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738360" y="4791456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652760" y="4791456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5175504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65760" y="5175504"/>
            <a:ext cx="45720" cy="429768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1480" y="5221224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Muzaffar P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611880" y="522122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₹185,000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800600" y="522122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989320" y="522122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₹265,000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178040" y="522122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₹225,000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366760" y="5221224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738360" y="5221224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652760" y="5221224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65760" y="5605272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65760" y="5605272"/>
            <a:ext cx="45720" cy="429768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11480" y="5650992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Atif Md.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11880" y="565099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₹205,000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800600" y="565099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989320" y="565099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₹285,000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178040" y="565099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₹245,000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66760" y="565099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738360" y="565099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652760" y="565099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" y="6035040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65760" y="6035040"/>
            <a:ext cx="45720" cy="429768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11480" y="6080760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Asif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611880" y="608076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₹200,000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800600" y="608076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₹5,000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989320" y="608076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₹280,000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78040" y="608076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₹240,000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366760" y="608076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₹20,000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738360" y="6080760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652760" y="608076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5743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entury Gothic"/>
              </a:rPr>
              <a:t>SPECIALISTS   (STAGE 2) — COMPLETE PRICE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1457432" cy="36576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50392"/>
            <a:ext cx="11457432" cy="41148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86968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INCREMENTS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MAX BID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RE-ENTRY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886968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RE-ENTRY BID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886968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886968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TEAM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307592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1307592"/>
            <a:ext cx="45720" cy="429768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353312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Yousuf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₹235,000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₹7,500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₹355,000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₹295,000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35331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35331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135331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1737360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1737360"/>
            <a:ext cx="45720" cy="429768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1783080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Mujju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₹240,000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₹7,500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₹360,000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₹300,000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178308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1783080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178308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167128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2167128"/>
            <a:ext cx="45720" cy="429768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2212848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Mudassir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₹235,000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₹7,500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₹355,000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₹295,000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221284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2212848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21284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2596896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2596896"/>
            <a:ext cx="45720" cy="429768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2642616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Shakeel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8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₹235,000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₹7,500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₹355,000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₹295,000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642616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60" y="2642616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2760" y="2642616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Team 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026664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5760" y="3026664"/>
            <a:ext cx="45720" cy="429768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3072384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Khalid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11880" y="307238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₹270,000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00600" y="307238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₹7,500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9320" y="307238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₹390,000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8040" y="3072384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₹330,000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3072384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38360" y="3072384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52760" y="3072384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456432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65760" y="3456432"/>
            <a:ext cx="45720" cy="429768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3502152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Meraj 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11880" y="350215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₹230,000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0600" y="350215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₹7,500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89320" y="350215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₹350,000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78040" y="350215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₹290,000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66760" y="350215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38360" y="350215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52760" y="350215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3886200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65760" y="3886200"/>
            <a:ext cx="45720" cy="429768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480" y="3931920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Wajid Ali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11880" y="393192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₹250,000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00600" y="393192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₹7,500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89320" y="393192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₹370,000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78040" y="393192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₹310,000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66760" y="393192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38360" y="3931920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52760" y="393192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4315968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65760" y="4315968"/>
            <a:ext cx="45720" cy="429768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361688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Wajid Moin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11880" y="436168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₹245,000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00600" y="436168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₹7,500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89320" y="436168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₹365,000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78040" y="436168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₹305,000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66760" y="436168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₹30,000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38360" y="4361688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52760" y="436168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Team 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4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5743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entury Gothic"/>
              </a:rPr>
              <a:t>HEAVYWEIGHTS — COMPLETE PRICE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1457432" cy="36576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50392"/>
            <a:ext cx="11457432" cy="411480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86968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INCREMENTS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MAX BID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88696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RE-ENTRY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886968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RE-ENTRY BID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886968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886968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entury Gothic"/>
              </a:rPr>
              <a:t>TEAM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307592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1307592"/>
            <a:ext cx="45720" cy="429768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353312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Rahmat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₹350,000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₹510,000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353312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₹430,000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35331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₹40,000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35331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1353312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1737360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1737360"/>
            <a:ext cx="45720" cy="429768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1783080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Riaz Ahmed (GOAT)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₹360,000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₹520,000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1783080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₹440,000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178308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₹40,000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1783080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1783080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167128"/>
            <a:ext cx="11457432" cy="429768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2167128"/>
            <a:ext cx="45720" cy="429768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2212848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Zikran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₹330,000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₹490,000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2212848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₹410,000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221284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₹40,000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2212848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212848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2596896"/>
            <a:ext cx="11457432" cy="429768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2596896"/>
            <a:ext cx="45720" cy="429768"/>
          </a:xfrm>
          <a:prstGeom prst="rect">
            <a:avLst/>
          </a:prstGeom>
          <a:solidFill>
            <a:srgbClr val="7CC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2642616"/>
            <a:ext cx="3108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/>
              </a:rPr>
              <a:t>Shahzor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8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49100"/>
                </a:solidFill>
                <a:latin typeface="Century Gothic"/>
              </a:rPr>
              <a:t>₹340,000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₹10,000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₹500,000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2642616"/>
            <a:ext cx="1097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₹420,000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642616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₹40,000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60" y="2642616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2760" y="2642616"/>
            <a:ext cx="12801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/>
              </a:rPr>
              <a:t>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