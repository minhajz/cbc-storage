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2.xml" ContentType="application/vnd.openxmlformats-officedocument.themeOverr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3.xml" ContentType="application/vnd.openxmlformats-officedocument.themeOverr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heme/themeOverride4.xml" ContentType="application/vnd.openxmlformats-officedocument.themeOverr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Override5.xml" ContentType="application/vnd.openxmlformats-officedocument.themeOverr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heme/themeOverride6.xml" ContentType="application/vnd.openxmlformats-officedocument.themeOverride+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heme/themeOverride7.xml" ContentType="application/vnd.openxmlformats-officedocument.themeOverride+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heme/themeOverride8.xml" ContentType="application/vnd.openxmlformats-officedocument.themeOverride+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heme/themeOverride9.xml" ContentType="application/vnd.openxmlformats-officedocument.themeOverride+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theme/themeOverride10.xml" ContentType="application/vnd.openxmlformats-officedocument.themeOverride+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heme/themeOverride11.xml" ContentType="application/vnd.openxmlformats-officedocument.themeOverride+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theme/themeOverride12.xml" ContentType="application/vnd.openxmlformats-officedocument.themeOverride+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heme/themeOverride13.xml" ContentType="application/vnd.openxmlformats-officedocument.themeOverride+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theme/themeOverride14.xml" ContentType="application/vnd.openxmlformats-officedocument.themeOverride+xml"/>
  <Override PartName="/ppt/notesSlides/notesSlide1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theme/themeOverride15.xml" ContentType="application/vnd.openxmlformats-officedocument.themeOverride+xml"/>
  <Override PartName="/ppt/notesSlides/notesSlide1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8"/>
  </p:notesMasterIdLst>
  <p:sldIdLst>
    <p:sldId id="257" r:id="rId2"/>
    <p:sldId id="262" r:id="rId3"/>
    <p:sldId id="265" r:id="rId4"/>
    <p:sldId id="282" r:id="rId5"/>
    <p:sldId id="261" r:id="rId6"/>
    <p:sldId id="267" r:id="rId7"/>
    <p:sldId id="281" r:id="rId8"/>
    <p:sldId id="269" r:id="rId9"/>
    <p:sldId id="292" r:id="rId10"/>
    <p:sldId id="271" r:id="rId11"/>
    <p:sldId id="270" r:id="rId12"/>
    <p:sldId id="302" r:id="rId13"/>
    <p:sldId id="266" r:id="rId14"/>
    <p:sldId id="295" r:id="rId15"/>
    <p:sldId id="278" r:id="rId16"/>
    <p:sldId id="30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8" d="100"/>
          <a:sy n="68" d="100"/>
        </p:scale>
        <p:origin x="77"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Right-Handed Batsman</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dgm:spPr/>
      <dgm:t>
        <a:bodyPr/>
        <a:lstStyle/>
        <a:p>
          <a:r>
            <a:rPr lang="en-US" b="1" dirty="0"/>
            <a:t>Right Arm Medium Bowler</a:t>
          </a: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N/A</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$10000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Right-Handed Batsman</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pPr marL="0" lvl="0" indent="0" algn="l" defTabSz="1422400">
            <a:lnSpc>
              <a:spcPct val="90000"/>
            </a:lnSpc>
            <a:spcBef>
              <a:spcPct val="0"/>
            </a:spcBef>
            <a:spcAft>
              <a:spcPct val="35000"/>
            </a:spcAft>
            <a:buNone/>
          </a:pPr>
          <a:r>
            <a:rPr lang="en-US" sz="3200" b="1" i="0"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Agile RISK Free Keeping / Running </a:t>
          </a: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N/A</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$40000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00969" custLinFactNeighborY="9587">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BATTING ALLROUNDER</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r>
            <a:rPr lang="en-US" sz="3200" b="1"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RAFI BHAIYAAA </a:t>
          </a: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JABIR / 13</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$183000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$199000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00969" custLinFactNeighborX="61">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All Rounder free Spirit</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pPr marL="0" lvl="0" indent="0" algn="l" defTabSz="1422400">
            <a:lnSpc>
              <a:spcPct val="90000"/>
            </a:lnSpc>
            <a:spcBef>
              <a:spcPct val="0"/>
            </a:spcBef>
            <a:spcAft>
              <a:spcPct val="35000"/>
            </a:spcAft>
            <a:buNone/>
          </a:pPr>
          <a:r>
            <a:rPr lang="en-US" sz="1800" b="1" i="0"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Gun Fielding like kaif / Keeping like Kirmani / </a:t>
          </a:r>
          <a:br>
            <a:rPr lang="en-US" sz="1800" b="1" i="0"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br>
          <a:r>
            <a:rPr lang="en-US" sz="1800" b="1" i="0"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Batting like Srikant &amp;  Ravi shastri / </a:t>
          </a:r>
          <a:br>
            <a:rPr lang="en-US" sz="1800" b="1" i="0"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br>
          <a:r>
            <a:rPr lang="en-US" sz="1800" b="1" i="0"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Bowling - run up like Bret Lee and bowl like Amarnath</a:t>
          </a: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Sami / 18</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$10000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LinFactNeighborX="307" custLinFactNeighborY="18045">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Right-Handed Batsman</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r>
            <a:rPr lang="en-US" sz="3200" b="1" i="0" dirty="0">
              <a:ln>
                <a:solidFill>
                  <a:schemeClr val="bg1"/>
                </a:solidFill>
              </a:ln>
              <a:effectLst>
                <a:glow rad="63500">
                  <a:schemeClr val="accent3">
                    <a:satMod val="175000"/>
                    <a:alpha val="40000"/>
                  </a:schemeClr>
                </a:glow>
              </a:effectLst>
            </a:rPr>
            <a:t>Best fielding and catches </a:t>
          </a:r>
          <a:endParaRPr lang="en-US" sz="3200" b="1" dirty="0">
            <a:ln>
              <a:solidFill>
                <a:schemeClr val="bg1"/>
              </a:solidFill>
            </a:ln>
            <a:effectLst>
              <a:glow rad="63500">
                <a:schemeClr val="accent3">
                  <a:satMod val="175000"/>
                  <a:alpha val="40000"/>
                </a:schemeClr>
              </a:glow>
            </a:effectLst>
          </a:endParaRP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N/A</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$20000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00969">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BATTING ALLROUNDER</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r>
            <a:rPr lang="en-US" sz="3200" b="1"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BANTAAI FOR A REASON</a:t>
          </a: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ADIL / 7</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$178000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$199000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00969" custLinFactNeighborX="61">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BATTING ALL ROUNDER</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r>
            <a:rPr lang="en-US" sz="3200" b="1" i="0" dirty="0">
              <a:ln>
                <a:solidFill>
                  <a:schemeClr val="bg1"/>
                </a:solidFill>
              </a:ln>
              <a:effectLst>
                <a:glow rad="63500">
                  <a:schemeClr val="accent3">
                    <a:satMod val="175000"/>
                    <a:alpha val="40000"/>
                  </a:schemeClr>
                </a:glow>
              </a:effectLst>
            </a:rPr>
            <a:t>Lazy elegance /Smooth fielding </a:t>
          </a:r>
          <a:endParaRPr lang="en-US" sz="3200" b="1" dirty="0">
            <a:ln>
              <a:solidFill>
                <a:schemeClr val="bg1"/>
              </a:solidFill>
            </a:ln>
            <a:effectLst>
              <a:glow rad="63500">
                <a:schemeClr val="accent3">
                  <a:satMod val="175000"/>
                  <a:alpha val="40000"/>
                </a:schemeClr>
              </a:glow>
            </a:effectLst>
          </a:endParaRP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MUQTADER / 23</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$100000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$199000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00969">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BOWLING ALLROUNDER</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r>
            <a:rPr lang="en-US" sz="3200" b="1"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MR. MANAGER</a:t>
          </a: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NUMAN  / 11</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$227000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$299000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00969" custLinFactNeighborX="61">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BOWLING ALL ROUNDER</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endParaRPr lang="en-US" sz="3200" b="1" dirty="0">
            <a:ln>
              <a:solidFill>
                <a:schemeClr val="bg1"/>
              </a:solidFill>
            </a:ln>
            <a:effectLst>
              <a:glow rad="63500">
                <a:schemeClr val="accent3">
                  <a:satMod val="175000"/>
                  <a:alpha val="40000"/>
                </a:schemeClr>
              </a:glow>
            </a:effectLst>
          </a:endParaRP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FARHAN / 21</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$100000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$199000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00969">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BOWLING ALL ROUNDER</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r>
            <a:rPr lang="en-US" sz="3200" b="1" i="0" dirty="0">
              <a:ln>
                <a:solidFill>
                  <a:schemeClr val="bg1"/>
                </a:solidFill>
              </a:ln>
              <a:effectLst>
                <a:glow rad="63500">
                  <a:schemeClr val="accent3">
                    <a:satMod val="175000"/>
                    <a:alpha val="40000"/>
                  </a:schemeClr>
                </a:glow>
              </a:effectLst>
            </a:rPr>
            <a:t>DECEPTIVE BOWLER </a:t>
          </a:r>
          <a:endParaRPr lang="en-US" sz="3200" b="1" dirty="0">
            <a:ln>
              <a:solidFill>
                <a:schemeClr val="bg1"/>
              </a:solidFill>
            </a:ln>
            <a:effectLst>
              <a:glow rad="63500">
                <a:schemeClr val="accent3">
                  <a:satMod val="175000"/>
                  <a:alpha val="40000"/>
                </a:schemeClr>
              </a:glow>
            </a:effectLst>
          </a:endParaRP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N/A</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$100000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$199000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00969">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BATTING ALLROUNDER</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r>
            <a:rPr lang="en-US" sz="2800" b="1"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MASS MURDERER OF BOWLING LINEUPS</a:t>
          </a: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RAHMATH  / 31</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$320000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00969" custLinFactNeighborX="61">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Right-Handed Batsman</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r>
            <a:rPr lang="en-US" sz="2400" b="1" dirty="0">
              <a:ln>
                <a:solidFill>
                  <a:schemeClr val="bg1">
                    <a:lumMod val="95000"/>
                    <a:lumOff val="5000"/>
                  </a:schemeClr>
                </a:solidFill>
              </a:ln>
            </a:rPr>
            <a:t>Energetic Fielder</a:t>
          </a: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N/A</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$41000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00969">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BOWLING ALLROUNDER</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r>
            <a:rPr lang="en-US" sz="3200" b="1"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JACK SPARROW</a:t>
          </a: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KHALID  / 87</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$264000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$299000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00969" custLinFactNeighborX="61">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BATSMAN</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r>
            <a:rPr lang="en-US" sz="2000" b="1" i="0" dirty="0">
              <a:ln>
                <a:solidFill>
                  <a:schemeClr val="bg1"/>
                </a:solidFill>
              </a:ln>
              <a:effectLst>
                <a:glow rad="63500">
                  <a:schemeClr val="accent3">
                    <a:satMod val="175000"/>
                    <a:alpha val="40000"/>
                  </a:schemeClr>
                </a:glow>
              </a:effectLst>
            </a:rPr>
            <a:t>UNDERCOVER POTASSIUM SUPPLIER – REGION OF PEEL</a:t>
          </a:r>
          <a:endParaRPr lang="en-US" sz="2000" b="1" dirty="0">
            <a:ln>
              <a:solidFill>
                <a:schemeClr val="bg1"/>
              </a:solidFill>
            </a:ln>
            <a:effectLst>
              <a:glow rad="63500">
                <a:schemeClr val="accent3">
                  <a:satMod val="175000"/>
                  <a:alpha val="40000"/>
                </a:schemeClr>
              </a:glow>
            </a:effectLst>
          </a:endParaRP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ABDUL / 100</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$130000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$199000</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27879">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24F38698-8068-4BA7-AAEB-88E0227EEE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DB72159-0692-42EC-A54D-437131D87BA5}">
      <dgm:prSet/>
      <dgm:spPr/>
      <dgm:t>
        <a:bodyPr/>
        <a:lstStyle/>
        <a:p>
          <a:r>
            <a:rPr lang="en-US" b="1" dirty="0"/>
            <a:t>Role: GENUINE ALLROUNDER</a:t>
          </a:r>
        </a:p>
      </dgm:t>
    </dgm:pt>
    <dgm:pt modelId="{202BBC8F-7D4A-4839-AA58-9FD848ABD217}" type="parTrans" cxnId="{B8D82AB2-AD70-4B63-9BC2-CF1731D2877B}">
      <dgm:prSet/>
      <dgm:spPr/>
      <dgm:t>
        <a:bodyPr/>
        <a:lstStyle/>
        <a:p>
          <a:endParaRPr lang="en-US" b="1"/>
        </a:p>
      </dgm:t>
    </dgm:pt>
    <dgm:pt modelId="{C1A89637-CA80-4C61-AA41-CE8A3A491603}" type="sibTrans" cxnId="{B8D82AB2-AD70-4B63-9BC2-CF1731D2877B}">
      <dgm:prSet/>
      <dgm:spPr/>
      <dgm:t>
        <a:bodyPr/>
        <a:lstStyle/>
        <a:p>
          <a:endParaRPr lang="en-US" b="1"/>
        </a:p>
      </dgm:t>
    </dgm:pt>
    <dgm:pt modelId="{7DBA2B83-A3F8-4701-80DB-E53A098509CB}">
      <dgm:prSet custT="1"/>
      <dgm:spPr/>
      <dgm:t>
        <a:bodyPr/>
        <a:lstStyle/>
        <a:p>
          <a:r>
            <a:rPr lang="en-US" sz="2800" b="1"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GOAT ALLROUNDER – RIAZ SOBERS</a:t>
          </a:r>
        </a:p>
      </dgm:t>
    </dgm:pt>
    <dgm:pt modelId="{4C3F5909-4ECF-44D9-90BC-68FA4F3558D3}" type="parTrans" cxnId="{6B497F6F-7868-456E-8D97-8B01C2E9A6CE}">
      <dgm:prSet/>
      <dgm:spPr/>
      <dgm:t>
        <a:bodyPr/>
        <a:lstStyle/>
        <a:p>
          <a:endParaRPr lang="en-US" b="1"/>
        </a:p>
      </dgm:t>
    </dgm:pt>
    <dgm:pt modelId="{F03C236B-BA9C-4956-9499-0E4594DAED34}" type="sibTrans" cxnId="{6B497F6F-7868-456E-8D97-8B01C2E9A6CE}">
      <dgm:prSet/>
      <dgm:spPr/>
      <dgm:t>
        <a:bodyPr/>
        <a:lstStyle/>
        <a:p>
          <a:endParaRPr lang="en-US" b="1"/>
        </a:p>
      </dgm:t>
    </dgm:pt>
    <dgm:pt modelId="{323B46CA-31AE-462C-B1F1-4A0AA1BA3D46}">
      <dgm:prSet/>
      <dgm:spPr/>
      <dgm:t>
        <a:bodyPr/>
        <a:lstStyle/>
        <a:p>
          <a:r>
            <a:rPr lang="en-US" b="1" dirty="0"/>
            <a:t>Jersey Name / Number – RIAZ  / </a:t>
          </a:r>
        </a:p>
      </dgm:t>
    </dgm:pt>
    <dgm:pt modelId="{8F818E1A-FA06-4587-88AA-EDE76502B940}" type="parTrans" cxnId="{769E0121-159E-40EC-8D80-62A667980985}">
      <dgm:prSet/>
      <dgm:spPr/>
      <dgm:t>
        <a:bodyPr/>
        <a:lstStyle/>
        <a:p>
          <a:endParaRPr lang="en-US" b="1"/>
        </a:p>
      </dgm:t>
    </dgm:pt>
    <dgm:pt modelId="{60632E93-767F-4E67-AA02-0D86D27A9D4B}" type="sibTrans" cxnId="{769E0121-159E-40EC-8D80-62A667980985}">
      <dgm:prSet/>
      <dgm:spPr/>
      <dgm:t>
        <a:bodyPr/>
        <a:lstStyle/>
        <a:p>
          <a:endParaRPr lang="en-US" b="1"/>
        </a:p>
      </dgm:t>
    </dgm:pt>
    <dgm:pt modelId="{40B97746-3DC1-450A-8577-AFACB05F2B64}">
      <dgm:prSet/>
      <dgm:spPr/>
      <dgm:t>
        <a:bodyPr/>
        <a:lstStyle/>
        <a:p>
          <a:r>
            <a:rPr lang="en-US" b="1" dirty="0"/>
            <a:t>Base Price: $300000 </a:t>
          </a:r>
        </a:p>
      </dgm:t>
    </dgm:pt>
    <dgm:pt modelId="{D8D322C6-F918-4EB8-A185-3EB42D79A42F}" type="parTrans" cxnId="{6891523D-44D2-4504-A590-C3D607A197B9}">
      <dgm:prSet/>
      <dgm:spPr/>
      <dgm:t>
        <a:bodyPr/>
        <a:lstStyle/>
        <a:p>
          <a:endParaRPr lang="en-US" b="1"/>
        </a:p>
      </dgm:t>
    </dgm:pt>
    <dgm:pt modelId="{50CF46E6-2000-4D3A-97FE-878CA63C326B}" type="sibTrans" cxnId="{6891523D-44D2-4504-A590-C3D607A197B9}">
      <dgm:prSet/>
      <dgm:spPr/>
      <dgm:t>
        <a:bodyPr/>
        <a:lstStyle/>
        <a:p>
          <a:endParaRPr lang="en-US" b="1"/>
        </a:p>
      </dgm:t>
    </dgm:pt>
    <dgm:pt modelId="{8D42E0B6-68BB-49B3-9667-3091DDD0581B}">
      <dgm:prSet/>
      <dgm:spPr/>
      <dgm:t>
        <a:bodyPr/>
        <a:lstStyle/>
        <a:p>
          <a:r>
            <a:rPr lang="en-US" b="1" dirty="0"/>
            <a:t>Max Allowed Bid : $</a:t>
          </a:r>
        </a:p>
      </dgm:t>
    </dgm:pt>
    <dgm:pt modelId="{6A40DD50-17CE-4648-B7ED-A3618426AB49}" type="parTrans" cxnId="{04FE6A78-D0CE-4CBA-A959-EAE7CF89FB54}">
      <dgm:prSet/>
      <dgm:spPr/>
      <dgm:t>
        <a:bodyPr/>
        <a:lstStyle/>
        <a:p>
          <a:endParaRPr lang="en-US" b="1"/>
        </a:p>
      </dgm:t>
    </dgm:pt>
    <dgm:pt modelId="{52D81207-52B7-4842-9BF8-AB2B61D77D9E}" type="sibTrans" cxnId="{04FE6A78-D0CE-4CBA-A959-EAE7CF89FB54}">
      <dgm:prSet/>
      <dgm:spPr/>
      <dgm:t>
        <a:bodyPr/>
        <a:lstStyle/>
        <a:p>
          <a:endParaRPr lang="en-US" b="1"/>
        </a:p>
      </dgm:t>
    </dgm:pt>
    <dgm:pt modelId="{86B64AE0-2882-46CF-9AF2-2CA26F0D0BF7}" type="pres">
      <dgm:prSet presAssocID="{24F38698-8068-4BA7-AAEB-88E0227EEE45}" presName="linear" presStyleCnt="0">
        <dgm:presLayoutVars>
          <dgm:animLvl val="lvl"/>
          <dgm:resizeHandles val="exact"/>
        </dgm:presLayoutVars>
      </dgm:prSet>
      <dgm:spPr/>
    </dgm:pt>
    <dgm:pt modelId="{8FDC0B36-E231-4547-8988-3DEA55B58E5A}" type="pres">
      <dgm:prSet presAssocID="{DDB72159-0692-42EC-A54D-437131D87BA5}" presName="parentText" presStyleLbl="node1" presStyleIdx="0" presStyleCnt="5" custScaleY="52434" custLinFactY="-43708" custLinFactNeighborY="-100000">
        <dgm:presLayoutVars>
          <dgm:chMax val="0"/>
          <dgm:bulletEnabled val="1"/>
        </dgm:presLayoutVars>
      </dgm:prSet>
      <dgm:spPr/>
    </dgm:pt>
    <dgm:pt modelId="{CDA3245F-8767-49BA-9F13-8C05C7D14E20}" type="pres">
      <dgm:prSet presAssocID="{C1A89637-CA80-4C61-AA41-CE8A3A491603}" presName="spacer" presStyleCnt="0"/>
      <dgm:spPr/>
    </dgm:pt>
    <dgm:pt modelId="{496F8DA3-E60F-472D-9081-3C1F27D13541}" type="pres">
      <dgm:prSet presAssocID="{7DBA2B83-A3F8-4701-80DB-E53A098509CB}" presName="parentText" presStyleLbl="node1" presStyleIdx="1" presStyleCnt="5" custScaleY="200969" custLinFactNeighborX="61">
        <dgm:presLayoutVars>
          <dgm:chMax val="0"/>
          <dgm:bulletEnabled val="1"/>
        </dgm:presLayoutVars>
      </dgm:prSet>
      <dgm:spPr/>
    </dgm:pt>
    <dgm:pt modelId="{58DBA37F-589A-4DEF-9C47-FF8FB78C6EFA}" type="pres">
      <dgm:prSet presAssocID="{F03C236B-BA9C-4956-9499-0E4594DAED34}" presName="spacer" presStyleCnt="0"/>
      <dgm:spPr/>
    </dgm:pt>
    <dgm:pt modelId="{B45D6BE0-DA4B-454D-87AE-52E024947A11}" type="pres">
      <dgm:prSet presAssocID="{323B46CA-31AE-462C-B1F1-4A0AA1BA3D46}" presName="parentText" presStyleLbl="node1" presStyleIdx="2" presStyleCnt="5">
        <dgm:presLayoutVars>
          <dgm:chMax val="0"/>
          <dgm:bulletEnabled val="1"/>
        </dgm:presLayoutVars>
      </dgm:prSet>
      <dgm:spPr/>
    </dgm:pt>
    <dgm:pt modelId="{BB8C3BEA-9A43-4CCB-9325-9926E59691E0}" type="pres">
      <dgm:prSet presAssocID="{60632E93-767F-4E67-AA02-0D86D27A9D4B}" presName="spacer" presStyleCnt="0"/>
      <dgm:spPr/>
    </dgm:pt>
    <dgm:pt modelId="{A1D7E4C8-748B-40ED-A9DE-F6B70766FC3D}" type="pres">
      <dgm:prSet presAssocID="{40B97746-3DC1-450A-8577-AFACB05F2B64}" presName="parentText" presStyleLbl="node1" presStyleIdx="3" presStyleCnt="5">
        <dgm:presLayoutVars>
          <dgm:chMax val="0"/>
          <dgm:bulletEnabled val="1"/>
        </dgm:presLayoutVars>
      </dgm:prSet>
      <dgm:spPr/>
    </dgm:pt>
    <dgm:pt modelId="{4CB376E4-8022-4E07-BCF6-E3DE8646F238}" type="pres">
      <dgm:prSet presAssocID="{50CF46E6-2000-4D3A-97FE-878CA63C326B}" presName="spacer" presStyleCnt="0"/>
      <dgm:spPr/>
    </dgm:pt>
    <dgm:pt modelId="{7E9A74C2-5815-496B-9826-20402E5C5AD3}" type="pres">
      <dgm:prSet presAssocID="{8D42E0B6-68BB-49B3-9667-3091DDD0581B}" presName="parentText" presStyleLbl="node1" presStyleIdx="4" presStyleCnt="5">
        <dgm:presLayoutVars>
          <dgm:chMax val="0"/>
          <dgm:bulletEnabled val="1"/>
        </dgm:presLayoutVars>
      </dgm:prSet>
      <dgm:spPr/>
    </dgm:pt>
  </dgm:ptLst>
  <dgm:cxnLst>
    <dgm:cxn modelId="{85A1F701-4CF0-40AC-A440-697BE4D49E6E}" type="presOf" srcId="{323B46CA-31AE-462C-B1F1-4A0AA1BA3D46}" destId="{B45D6BE0-DA4B-454D-87AE-52E024947A11}" srcOrd="0" destOrd="0" presId="urn:microsoft.com/office/officeart/2005/8/layout/vList2"/>
    <dgm:cxn modelId="{769E0121-159E-40EC-8D80-62A667980985}" srcId="{24F38698-8068-4BA7-AAEB-88E0227EEE45}" destId="{323B46CA-31AE-462C-B1F1-4A0AA1BA3D46}" srcOrd="2" destOrd="0" parTransId="{8F818E1A-FA06-4587-88AA-EDE76502B940}" sibTransId="{60632E93-767F-4E67-AA02-0D86D27A9D4B}"/>
    <dgm:cxn modelId="{DB558328-4B99-4661-BB6A-16FC23D9A926}" type="presOf" srcId="{7DBA2B83-A3F8-4701-80DB-E53A098509CB}" destId="{496F8DA3-E60F-472D-9081-3C1F27D13541}" srcOrd="0" destOrd="0" presId="urn:microsoft.com/office/officeart/2005/8/layout/vList2"/>
    <dgm:cxn modelId="{97C27C32-7DFC-4782-801C-A2A5467688AE}" type="presOf" srcId="{40B97746-3DC1-450A-8577-AFACB05F2B64}" destId="{A1D7E4C8-748B-40ED-A9DE-F6B70766FC3D}" srcOrd="0" destOrd="0" presId="urn:microsoft.com/office/officeart/2005/8/layout/vList2"/>
    <dgm:cxn modelId="{6891523D-44D2-4504-A590-C3D607A197B9}" srcId="{24F38698-8068-4BA7-AAEB-88E0227EEE45}" destId="{40B97746-3DC1-450A-8577-AFACB05F2B64}" srcOrd="3" destOrd="0" parTransId="{D8D322C6-F918-4EB8-A185-3EB42D79A42F}" sibTransId="{50CF46E6-2000-4D3A-97FE-878CA63C326B}"/>
    <dgm:cxn modelId="{209ECD4B-DD57-4466-8CA4-904728D8D8F4}" type="presOf" srcId="{8D42E0B6-68BB-49B3-9667-3091DDD0581B}" destId="{7E9A74C2-5815-496B-9826-20402E5C5AD3}" srcOrd="0" destOrd="0" presId="urn:microsoft.com/office/officeart/2005/8/layout/vList2"/>
    <dgm:cxn modelId="{6B497F6F-7868-456E-8D97-8B01C2E9A6CE}" srcId="{24F38698-8068-4BA7-AAEB-88E0227EEE45}" destId="{7DBA2B83-A3F8-4701-80DB-E53A098509CB}" srcOrd="1" destOrd="0" parTransId="{4C3F5909-4ECF-44D9-90BC-68FA4F3558D3}" sibTransId="{F03C236B-BA9C-4956-9499-0E4594DAED34}"/>
    <dgm:cxn modelId="{04FE6A78-D0CE-4CBA-A959-EAE7CF89FB54}" srcId="{24F38698-8068-4BA7-AAEB-88E0227EEE45}" destId="{8D42E0B6-68BB-49B3-9667-3091DDD0581B}" srcOrd="4" destOrd="0" parTransId="{6A40DD50-17CE-4648-B7ED-A3618426AB49}" sibTransId="{52D81207-52B7-4842-9BF8-AB2B61D77D9E}"/>
    <dgm:cxn modelId="{C9B3188E-6ABA-46C8-ADA0-5D7D011380E5}" type="presOf" srcId="{DDB72159-0692-42EC-A54D-437131D87BA5}" destId="{8FDC0B36-E231-4547-8988-3DEA55B58E5A}" srcOrd="0" destOrd="0" presId="urn:microsoft.com/office/officeart/2005/8/layout/vList2"/>
    <dgm:cxn modelId="{B8D82AB2-AD70-4B63-9BC2-CF1731D2877B}" srcId="{24F38698-8068-4BA7-AAEB-88E0227EEE45}" destId="{DDB72159-0692-42EC-A54D-437131D87BA5}" srcOrd="0" destOrd="0" parTransId="{202BBC8F-7D4A-4839-AA58-9FD848ABD217}" sibTransId="{C1A89637-CA80-4C61-AA41-CE8A3A491603}"/>
    <dgm:cxn modelId="{8E95A9DE-26C9-4BE3-849C-661EFA8E8D22}" type="presOf" srcId="{24F38698-8068-4BA7-AAEB-88E0227EEE45}" destId="{86B64AE0-2882-46CF-9AF2-2CA26F0D0BF7}" srcOrd="0" destOrd="0" presId="urn:microsoft.com/office/officeart/2005/8/layout/vList2"/>
    <dgm:cxn modelId="{AC6DB502-BE9F-4753-A023-159CE933AAF1}" type="presParOf" srcId="{86B64AE0-2882-46CF-9AF2-2CA26F0D0BF7}" destId="{8FDC0B36-E231-4547-8988-3DEA55B58E5A}" srcOrd="0" destOrd="0" presId="urn:microsoft.com/office/officeart/2005/8/layout/vList2"/>
    <dgm:cxn modelId="{5A9DCD72-E186-41C6-A097-1CEB6FA03551}" type="presParOf" srcId="{86B64AE0-2882-46CF-9AF2-2CA26F0D0BF7}" destId="{CDA3245F-8767-49BA-9F13-8C05C7D14E20}" srcOrd="1" destOrd="0" presId="urn:microsoft.com/office/officeart/2005/8/layout/vList2"/>
    <dgm:cxn modelId="{E2C99D24-31A9-49B1-B1AC-3F5405DC4EDD}" type="presParOf" srcId="{86B64AE0-2882-46CF-9AF2-2CA26F0D0BF7}" destId="{496F8DA3-E60F-472D-9081-3C1F27D13541}" srcOrd="2" destOrd="0" presId="urn:microsoft.com/office/officeart/2005/8/layout/vList2"/>
    <dgm:cxn modelId="{9E9BB15A-F44E-4790-8875-01D9043A1045}" type="presParOf" srcId="{86B64AE0-2882-46CF-9AF2-2CA26F0D0BF7}" destId="{58DBA37F-589A-4DEF-9C47-FF8FB78C6EFA}" srcOrd="3" destOrd="0" presId="urn:microsoft.com/office/officeart/2005/8/layout/vList2"/>
    <dgm:cxn modelId="{E5509E66-7C34-44A8-9D35-CF81B21A21C2}" type="presParOf" srcId="{86B64AE0-2882-46CF-9AF2-2CA26F0D0BF7}" destId="{B45D6BE0-DA4B-454D-87AE-52E024947A11}" srcOrd="4" destOrd="0" presId="urn:microsoft.com/office/officeart/2005/8/layout/vList2"/>
    <dgm:cxn modelId="{DACD5A37-36FC-4BAF-B3AF-7D717A45ADEC}" type="presParOf" srcId="{86B64AE0-2882-46CF-9AF2-2CA26F0D0BF7}" destId="{BB8C3BEA-9A43-4CCB-9325-9926E59691E0}" srcOrd="5" destOrd="0" presId="urn:microsoft.com/office/officeart/2005/8/layout/vList2"/>
    <dgm:cxn modelId="{DC97975A-2E19-4924-8406-5865B69C8B50}" type="presParOf" srcId="{86B64AE0-2882-46CF-9AF2-2CA26F0D0BF7}" destId="{A1D7E4C8-748B-40ED-A9DE-F6B70766FC3D}" srcOrd="6" destOrd="0" presId="urn:microsoft.com/office/officeart/2005/8/layout/vList2"/>
    <dgm:cxn modelId="{1E0FCCD4-6593-4D43-BD53-025DDD1760D1}" type="presParOf" srcId="{86B64AE0-2882-46CF-9AF2-2CA26F0D0BF7}" destId="{4CB376E4-8022-4E07-BCF6-E3DE8646F238}" srcOrd="7" destOrd="0" presId="urn:microsoft.com/office/officeart/2005/8/layout/vList2"/>
    <dgm:cxn modelId="{5672BF36-6357-4BD7-B8B3-2AD9E351B904}" type="presParOf" srcId="{86B64AE0-2882-46CF-9AF2-2CA26F0D0BF7}" destId="{7E9A74C2-5815-496B-9826-20402E5C5AD3}" srcOrd="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125049"/>
          <a:ext cx="7201560" cy="46532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Role: Right-Handed Batsman</a:t>
          </a:r>
        </a:p>
      </dsp:txBody>
      <dsp:txXfrm>
        <a:off x="22715" y="147764"/>
        <a:ext cx="7156130" cy="419892"/>
      </dsp:txXfrm>
    </dsp:sp>
    <dsp:sp modelId="{496F8DA3-E60F-472D-9081-3C1F27D13541}">
      <dsp:nvSpPr>
        <dsp:cNvPr id="0" name=""/>
        <dsp:cNvSpPr/>
      </dsp:nvSpPr>
      <dsp:spPr>
        <a:xfrm>
          <a:off x="0" y="696931"/>
          <a:ext cx="7201560" cy="88744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Right Arm Medium Bowler</a:t>
          </a:r>
        </a:p>
      </dsp:txBody>
      <dsp:txXfrm>
        <a:off x="43321" y="740252"/>
        <a:ext cx="7114918" cy="800803"/>
      </dsp:txXfrm>
    </dsp:sp>
    <dsp:sp modelId="{B45D6BE0-DA4B-454D-87AE-52E024947A11}">
      <dsp:nvSpPr>
        <dsp:cNvPr id="0" name=""/>
        <dsp:cNvSpPr/>
      </dsp:nvSpPr>
      <dsp:spPr>
        <a:xfrm>
          <a:off x="0" y="1690936"/>
          <a:ext cx="7201560" cy="88744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Jersey Name / Number – N/A</a:t>
          </a:r>
        </a:p>
      </dsp:txBody>
      <dsp:txXfrm>
        <a:off x="43321" y="1734257"/>
        <a:ext cx="7114918" cy="800803"/>
      </dsp:txXfrm>
    </dsp:sp>
    <dsp:sp modelId="{A1D7E4C8-748B-40ED-A9DE-F6B70766FC3D}">
      <dsp:nvSpPr>
        <dsp:cNvPr id="0" name=""/>
        <dsp:cNvSpPr/>
      </dsp:nvSpPr>
      <dsp:spPr>
        <a:xfrm>
          <a:off x="0" y="2684941"/>
          <a:ext cx="7201560" cy="88744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Base Price: $10000 </a:t>
          </a:r>
        </a:p>
      </dsp:txBody>
      <dsp:txXfrm>
        <a:off x="43321" y="2728262"/>
        <a:ext cx="7114918" cy="800803"/>
      </dsp:txXfrm>
    </dsp:sp>
    <dsp:sp modelId="{7E9A74C2-5815-496B-9826-20402E5C5AD3}">
      <dsp:nvSpPr>
        <dsp:cNvPr id="0" name=""/>
        <dsp:cNvSpPr/>
      </dsp:nvSpPr>
      <dsp:spPr>
        <a:xfrm>
          <a:off x="0" y="3678946"/>
          <a:ext cx="7201560" cy="88744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Max Allowed Bid : $99000</a:t>
          </a:r>
        </a:p>
      </dsp:txBody>
      <dsp:txXfrm>
        <a:off x="43321" y="3722267"/>
        <a:ext cx="7114918" cy="8008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4103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Role: Right-Handed Batsman</a:t>
          </a:r>
        </a:p>
      </dsp:txBody>
      <dsp:txXfrm>
        <a:off x="20029" y="20029"/>
        <a:ext cx="7161502" cy="370243"/>
      </dsp:txXfrm>
    </dsp:sp>
    <dsp:sp modelId="{496F8DA3-E60F-472D-9081-3C1F27D13541}">
      <dsp:nvSpPr>
        <dsp:cNvPr id="0" name=""/>
        <dsp:cNvSpPr/>
      </dsp:nvSpPr>
      <dsp:spPr>
        <a:xfrm>
          <a:off x="0" y="515290"/>
          <a:ext cx="7201560" cy="157260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0"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Agile RISK Free Keeping / Running </a:t>
          </a:r>
        </a:p>
      </dsp:txBody>
      <dsp:txXfrm>
        <a:off x="76768" y="592058"/>
        <a:ext cx="7048024" cy="1419067"/>
      </dsp:txXfrm>
    </dsp:sp>
    <dsp:sp modelId="{B45D6BE0-DA4B-454D-87AE-52E024947A11}">
      <dsp:nvSpPr>
        <dsp:cNvPr id="0" name=""/>
        <dsp:cNvSpPr/>
      </dsp:nvSpPr>
      <dsp:spPr>
        <a:xfrm>
          <a:off x="0" y="216340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Jersey Name / Number – N/A</a:t>
          </a:r>
        </a:p>
      </dsp:txBody>
      <dsp:txXfrm>
        <a:off x="38199" y="2201606"/>
        <a:ext cx="7125162" cy="706112"/>
      </dsp:txXfrm>
    </dsp:sp>
    <dsp:sp modelId="{A1D7E4C8-748B-40ED-A9DE-F6B70766FC3D}">
      <dsp:nvSpPr>
        <dsp:cNvPr id="0" name=""/>
        <dsp:cNvSpPr/>
      </dsp:nvSpPr>
      <dsp:spPr>
        <a:xfrm>
          <a:off x="0" y="302943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Base Price: $40000 </a:t>
          </a:r>
        </a:p>
      </dsp:txBody>
      <dsp:txXfrm>
        <a:off x="38199" y="3067636"/>
        <a:ext cx="7125162" cy="706112"/>
      </dsp:txXfrm>
    </dsp:sp>
    <dsp:sp modelId="{7E9A74C2-5815-496B-9826-20402E5C5AD3}">
      <dsp:nvSpPr>
        <dsp:cNvPr id="0" name=""/>
        <dsp:cNvSpPr/>
      </dsp:nvSpPr>
      <dsp:spPr>
        <a:xfrm>
          <a:off x="0" y="3895468"/>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Max Allowed Bid : $99000</a:t>
          </a:r>
        </a:p>
      </dsp:txBody>
      <dsp:txXfrm>
        <a:off x="38199" y="3933667"/>
        <a:ext cx="7125162" cy="7061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4103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Role: BATTING ALLROUNDER</a:t>
          </a:r>
        </a:p>
      </dsp:txBody>
      <dsp:txXfrm>
        <a:off x="20029" y="20029"/>
        <a:ext cx="7161502" cy="370243"/>
      </dsp:txXfrm>
    </dsp:sp>
    <dsp:sp modelId="{496F8DA3-E60F-472D-9081-3C1F27D13541}">
      <dsp:nvSpPr>
        <dsp:cNvPr id="0" name=""/>
        <dsp:cNvSpPr/>
      </dsp:nvSpPr>
      <dsp:spPr>
        <a:xfrm>
          <a:off x="0" y="507283"/>
          <a:ext cx="7201560" cy="157260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RAFI BHAIYAAA </a:t>
          </a:r>
        </a:p>
      </dsp:txBody>
      <dsp:txXfrm>
        <a:off x="76768" y="584051"/>
        <a:ext cx="7048024" cy="1419067"/>
      </dsp:txXfrm>
    </dsp:sp>
    <dsp:sp modelId="{B45D6BE0-DA4B-454D-87AE-52E024947A11}">
      <dsp:nvSpPr>
        <dsp:cNvPr id="0" name=""/>
        <dsp:cNvSpPr/>
      </dsp:nvSpPr>
      <dsp:spPr>
        <a:xfrm>
          <a:off x="0" y="216340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Jersey Name / Number – JABIR / 13</a:t>
          </a:r>
        </a:p>
      </dsp:txBody>
      <dsp:txXfrm>
        <a:off x="38199" y="2201606"/>
        <a:ext cx="7125162" cy="706112"/>
      </dsp:txXfrm>
    </dsp:sp>
    <dsp:sp modelId="{A1D7E4C8-748B-40ED-A9DE-F6B70766FC3D}">
      <dsp:nvSpPr>
        <dsp:cNvPr id="0" name=""/>
        <dsp:cNvSpPr/>
      </dsp:nvSpPr>
      <dsp:spPr>
        <a:xfrm>
          <a:off x="0" y="302943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Base Price: $183000 </a:t>
          </a:r>
        </a:p>
      </dsp:txBody>
      <dsp:txXfrm>
        <a:off x="38199" y="3067636"/>
        <a:ext cx="7125162" cy="706112"/>
      </dsp:txXfrm>
    </dsp:sp>
    <dsp:sp modelId="{7E9A74C2-5815-496B-9826-20402E5C5AD3}">
      <dsp:nvSpPr>
        <dsp:cNvPr id="0" name=""/>
        <dsp:cNvSpPr/>
      </dsp:nvSpPr>
      <dsp:spPr>
        <a:xfrm>
          <a:off x="0" y="3895468"/>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Max Allowed Bid : $199000</a:t>
          </a:r>
        </a:p>
      </dsp:txBody>
      <dsp:txXfrm>
        <a:off x="38199" y="3933667"/>
        <a:ext cx="7125162" cy="7061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22518"/>
          <a:ext cx="7201560" cy="52113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Role: All Rounder free Spirit</a:t>
          </a:r>
        </a:p>
      </dsp:txBody>
      <dsp:txXfrm>
        <a:off x="25439" y="47957"/>
        <a:ext cx="7150682" cy="470252"/>
      </dsp:txXfrm>
    </dsp:sp>
    <dsp:sp modelId="{496F8DA3-E60F-472D-9081-3C1F27D13541}">
      <dsp:nvSpPr>
        <dsp:cNvPr id="0" name=""/>
        <dsp:cNvSpPr/>
      </dsp:nvSpPr>
      <dsp:spPr>
        <a:xfrm>
          <a:off x="0" y="587844"/>
          <a:ext cx="7201560" cy="99387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1422400">
            <a:lnSpc>
              <a:spcPct val="90000"/>
            </a:lnSpc>
            <a:spcBef>
              <a:spcPct val="0"/>
            </a:spcBef>
            <a:spcAft>
              <a:spcPct val="35000"/>
            </a:spcAft>
            <a:buNone/>
          </a:pPr>
          <a:r>
            <a:rPr lang="en-US" sz="1800" b="1" i="0"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Gun Fielding like kaif / Keeping like Kirmani / </a:t>
          </a:r>
          <a:br>
            <a:rPr lang="en-US" sz="1800" b="1" i="0"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br>
          <a:r>
            <a:rPr lang="en-US" sz="1800" b="1" i="0"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Batting like Srikant &amp;  Ravi shastri / </a:t>
          </a:r>
          <a:br>
            <a:rPr lang="en-US" sz="1800" b="1" i="0"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br>
          <a:r>
            <a:rPr lang="en-US" sz="1800" b="1" i="0"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Bowling - run up like Bret Lee and bowl like Amarnath</a:t>
          </a:r>
        </a:p>
      </dsp:txBody>
      <dsp:txXfrm>
        <a:off x="48517" y="636361"/>
        <a:ext cx="7104526" cy="896844"/>
      </dsp:txXfrm>
    </dsp:sp>
    <dsp:sp modelId="{B45D6BE0-DA4B-454D-87AE-52E024947A11}">
      <dsp:nvSpPr>
        <dsp:cNvPr id="0" name=""/>
        <dsp:cNvSpPr/>
      </dsp:nvSpPr>
      <dsp:spPr>
        <a:xfrm>
          <a:off x="0" y="1612407"/>
          <a:ext cx="7201560" cy="99387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Jersey Name / Number – Sami / 18</a:t>
          </a:r>
        </a:p>
      </dsp:txBody>
      <dsp:txXfrm>
        <a:off x="48517" y="1660924"/>
        <a:ext cx="7104526" cy="896844"/>
      </dsp:txXfrm>
    </dsp:sp>
    <dsp:sp modelId="{A1D7E4C8-748B-40ED-A9DE-F6B70766FC3D}">
      <dsp:nvSpPr>
        <dsp:cNvPr id="0" name=""/>
        <dsp:cNvSpPr/>
      </dsp:nvSpPr>
      <dsp:spPr>
        <a:xfrm>
          <a:off x="0" y="2643725"/>
          <a:ext cx="7201560" cy="99387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Base Price: $10000 </a:t>
          </a:r>
        </a:p>
      </dsp:txBody>
      <dsp:txXfrm>
        <a:off x="48517" y="2692242"/>
        <a:ext cx="7104526" cy="896844"/>
      </dsp:txXfrm>
    </dsp:sp>
    <dsp:sp modelId="{7E9A74C2-5815-496B-9826-20402E5C5AD3}">
      <dsp:nvSpPr>
        <dsp:cNvPr id="0" name=""/>
        <dsp:cNvSpPr/>
      </dsp:nvSpPr>
      <dsp:spPr>
        <a:xfrm>
          <a:off x="0" y="3675044"/>
          <a:ext cx="7201560" cy="99387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Max Allowed Bid : $99000</a:t>
          </a:r>
        </a:p>
      </dsp:txBody>
      <dsp:txXfrm>
        <a:off x="48517" y="3723561"/>
        <a:ext cx="7104526" cy="89684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4103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Role: Right-Handed Batsman</a:t>
          </a:r>
        </a:p>
      </dsp:txBody>
      <dsp:txXfrm>
        <a:off x="20029" y="20029"/>
        <a:ext cx="7161502" cy="370243"/>
      </dsp:txXfrm>
    </dsp:sp>
    <dsp:sp modelId="{496F8DA3-E60F-472D-9081-3C1F27D13541}">
      <dsp:nvSpPr>
        <dsp:cNvPr id="0" name=""/>
        <dsp:cNvSpPr/>
      </dsp:nvSpPr>
      <dsp:spPr>
        <a:xfrm>
          <a:off x="0" y="507283"/>
          <a:ext cx="7201560" cy="157260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0" kern="1200" dirty="0">
              <a:ln>
                <a:solidFill>
                  <a:schemeClr val="bg1"/>
                </a:solidFill>
              </a:ln>
              <a:effectLst>
                <a:glow rad="63500">
                  <a:schemeClr val="accent3">
                    <a:satMod val="175000"/>
                    <a:alpha val="40000"/>
                  </a:schemeClr>
                </a:glow>
              </a:effectLst>
            </a:rPr>
            <a:t>Best fielding and catches </a:t>
          </a:r>
          <a:endParaRPr lang="en-US" sz="3200" b="1" kern="1200" dirty="0">
            <a:ln>
              <a:solidFill>
                <a:schemeClr val="bg1"/>
              </a:solidFill>
            </a:ln>
            <a:effectLst>
              <a:glow rad="63500">
                <a:schemeClr val="accent3">
                  <a:satMod val="175000"/>
                  <a:alpha val="40000"/>
                </a:schemeClr>
              </a:glow>
            </a:effectLst>
          </a:endParaRPr>
        </a:p>
      </dsp:txBody>
      <dsp:txXfrm>
        <a:off x="76768" y="584051"/>
        <a:ext cx="7048024" cy="1419067"/>
      </dsp:txXfrm>
    </dsp:sp>
    <dsp:sp modelId="{B45D6BE0-DA4B-454D-87AE-52E024947A11}">
      <dsp:nvSpPr>
        <dsp:cNvPr id="0" name=""/>
        <dsp:cNvSpPr/>
      </dsp:nvSpPr>
      <dsp:spPr>
        <a:xfrm>
          <a:off x="0" y="216340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Jersey Name / Number – N/A</a:t>
          </a:r>
        </a:p>
      </dsp:txBody>
      <dsp:txXfrm>
        <a:off x="38199" y="2201606"/>
        <a:ext cx="7125162" cy="706112"/>
      </dsp:txXfrm>
    </dsp:sp>
    <dsp:sp modelId="{A1D7E4C8-748B-40ED-A9DE-F6B70766FC3D}">
      <dsp:nvSpPr>
        <dsp:cNvPr id="0" name=""/>
        <dsp:cNvSpPr/>
      </dsp:nvSpPr>
      <dsp:spPr>
        <a:xfrm>
          <a:off x="0" y="302943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Base Price: $20000 </a:t>
          </a:r>
        </a:p>
      </dsp:txBody>
      <dsp:txXfrm>
        <a:off x="38199" y="3067636"/>
        <a:ext cx="7125162" cy="706112"/>
      </dsp:txXfrm>
    </dsp:sp>
    <dsp:sp modelId="{7E9A74C2-5815-496B-9826-20402E5C5AD3}">
      <dsp:nvSpPr>
        <dsp:cNvPr id="0" name=""/>
        <dsp:cNvSpPr/>
      </dsp:nvSpPr>
      <dsp:spPr>
        <a:xfrm>
          <a:off x="0" y="3895468"/>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Max Allowed Bid : $99000</a:t>
          </a:r>
        </a:p>
      </dsp:txBody>
      <dsp:txXfrm>
        <a:off x="38199" y="3933667"/>
        <a:ext cx="7125162" cy="7061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4103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Role: BATTING ALLROUNDER</a:t>
          </a:r>
        </a:p>
      </dsp:txBody>
      <dsp:txXfrm>
        <a:off x="20029" y="20029"/>
        <a:ext cx="7161502" cy="370243"/>
      </dsp:txXfrm>
    </dsp:sp>
    <dsp:sp modelId="{496F8DA3-E60F-472D-9081-3C1F27D13541}">
      <dsp:nvSpPr>
        <dsp:cNvPr id="0" name=""/>
        <dsp:cNvSpPr/>
      </dsp:nvSpPr>
      <dsp:spPr>
        <a:xfrm>
          <a:off x="0" y="507283"/>
          <a:ext cx="7201560" cy="157260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BANTAAI FOR A REASON</a:t>
          </a:r>
        </a:p>
      </dsp:txBody>
      <dsp:txXfrm>
        <a:off x="76768" y="584051"/>
        <a:ext cx="7048024" cy="1419067"/>
      </dsp:txXfrm>
    </dsp:sp>
    <dsp:sp modelId="{B45D6BE0-DA4B-454D-87AE-52E024947A11}">
      <dsp:nvSpPr>
        <dsp:cNvPr id="0" name=""/>
        <dsp:cNvSpPr/>
      </dsp:nvSpPr>
      <dsp:spPr>
        <a:xfrm>
          <a:off x="0" y="216340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Jersey Name / Number – ADIL / 7</a:t>
          </a:r>
        </a:p>
      </dsp:txBody>
      <dsp:txXfrm>
        <a:off x="38199" y="2201606"/>
        <a:ext cx="7125162" cy="706112"/>
      </dsp:txXfrm>
    </dsp:sp>
    <dsp:sp modelId="{A1D7E4C8-748B-40ED-A9DE-F6B70766FC3D}">
      <dsp:nvSpPr>
        <dsp:cNvPr id="0" name=""/>
        <dsp:cNvSpPr/>
      </dsp:nvSpPr>
      <dsp:spPr>
        <a:xfrm>
          <a:off x="0" y="302943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Base Price: $178000 </a:t>
          </a:r>
        </a:p>
      </dsp:txBody>
      <dsp:txXfrm>
        <a:off x="38199" y="3067636"/>
        <a:ext cx="7125162" cy="706112"/>
      </dsp:txXfrm>
    </dsp:sp>
    <dsp:sp modelId="{7E9A74C2-5815-496B-9826-20402E5C5AD3}">
      <dsp:nvSpPr>
        <dsp:cNvPr id="0" name=""/>
        <dsp:cNvSpPr/>
      </dsp:nvSpPr>
      <dsp:spPr>
        <a:xfrm>
          <a:off x="0" y="3895468"/>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Max Allowed Bid : $199000</a:t>
          </a:r>
        </a:p>
      </dsp:txBody>
      <dsp:txXfrm>
        <a:off x="38199" y="3933667"/>
        <a:ext cx="7125162" cy="7061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4032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Role: BATTING ALL ROUNDER</a:t>
          </a:r>
        </a:p>
      </dsp:txBody>
      <dsp:txXfrm>
        <a:off x="19684" y="19684"/>
        <a:ext cx="7162192" cy="363859"/>
      </dsp:txXfrm>
    </dsp:sp>
    <dsp:sp modelId="{496F8DA3-E60F-472D-9081-3C1F27D13541}">
      <dsp:nvSpPr>
        <dsp:cNvPr id="0" name=""/>
        <dsp:cNvSpPr/>
      </dsp:nvSpPr>
      <dsp:spPr>
        <a:xfrm>
          <a:off x="0" y="543300"/>
          <a:ext cx="7201560" cy="154548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0" kern="1200" dirty="0">
              <a:ln>
                <a:solidFill>
                  <a:schemeClr val="bg1"/>
                </a:solidFill>
              </a:ln>
              <a:effectLst>
                <a:glow rad="63500">
                  <a:schemeClr val="accent3">
                    <a:satMod val="175000"/>
                    <a:alpha val="40000"/>
                  </a:schemeClr>
                </a:glow>
              </a:effectLst>
            </a:rPr>
            <a:t>Lazy elegance /Smooth fielding </a:t>
          </a:r>
          <a:endParaRPr lang="en-US" sz="3200" b="1" kern="1200" dirty="0">
            <a:ln>
              <a:solidFill>
                <a:schemeClr val="bg1"/>
              </a:solidFill>
            </a:ln>
            <a:effectLst>
              <a:glow rad="63500">
                <a:schemeClr val="accent3">
                  <a:satMod val="175000"/>
                  <a:alpha val="40000"/>
                </a:schemeClr>
              </a:glow>
            </a:effectLst>
          </a:endParaRPr>
        </a:p>
      </dsp:txBody>
      <dsp:txXfrm>
        <a:off x="75445" y="618745"/>
        <a:ext cx="7050670" cy="1394599"/>
      </dsp:txXfrm>
    </dsp:sp>
    <dsp:sp modelId="{B45D6BE0-DA4B-454D-87AE-52E024947A11}">
      <dsp:nvSpPr>
        <dsp:cNvPr id="0" name=""/>
        <dsp:cNvSpPr/>
      </dsp:nvSpPr>
      <dsp:spPr>
        <a:xfrm>
          <a:off x="0" y="2166550"/>
          <a:ext cx="7201560" cy="76901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Jersey Name / Number – MUQTADER / 23</a:t>
          </a:r>
        </a:p>
      </dsp:txBody>
      <dsp:txXfrm>
        <a:off x="37540" y="2204090"/>
        <a:ext cx="7126480" cy="693939"/>
      </dsp:txXfrm>
    </dsp:sp>
    <dsp:sp modelId="{A1D7E4C8-748B-40ED-A9DE-F6B70766FC3D}">
      <dsp:nvSpPr>
        <dsp:cNvPr id="0" name=""/>
        <dsp:cNvSpPr/>
      </dsp:nvSpPr>
      <dsp:spPr>
        <a:xfrm>
          <a:off x="0" y="3013329"/>
          <a:ext cx="7201560" cy="76901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Base Price: $100000 </a:t>
          </a:r>
        </a:p>
      </dsp:txBody>
      <dsp:txXfrm>
        <a:off x="37540" y="3050869"/>
        <a:ext cx="7126480" cy="693939"/>
      </dsp:txXfrm>
    </dsp:sp>
    <dsp:sp modelId="{7E9A74C2-5815-496B-9826-20402E5C5AD3}">
      <dsp:nvSpPr>
        <dsp:cNvPr id="0" name=""/>
        <dsp:cNvSpPr/>
      </dsp:nvSpPr>
      <dsp:spPr>
        <a:xfrm>
          <a:off x="0" y="3860108"/>
          <a:ext cx="7201560" cy="76901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Max Allowed Bid : $199000</a:t>
          </a:r>
        </a:p>
      </dsp:txBody>
      <dsp:txXfrm>
        <a:off x="37540" y="3897648"/>
        <a:ext cx="7126480" cy="69393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4103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Role: BOWLING ALLROUNDER</a:t>
          </a:r>
        </a:p>
      </dsp:txBody>
      <dsp:txXfrm>
        <a:off x="20029" y="20029"/>
        <a:ext cx="7161502" cy="370243"/>
      </dsp:txXfrm>
    </dsp:sp>
    <dsp:sp modelId="{496F8DA3-E60F-472D-9081-3C1F27D13541}">
      <dsp:nvSpPr>
        <dsp:cNvPr id="0" name=""/>
        <dsp:cNvSpPr/>
      </dsp:nvSpPr>
      <dsp:spPr>
        <a:xfrm>
          <a:off x="0" y="507283"/>
          <a:ext cx="7201560" cy="157260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MR. MANAGER</a:t>
          </a:r>
        </a:p>
      </dsp:txBody>
      <dsp:txXfrm>
        <a:off x="76768" y="584051"/>
        <a:ext cx="7048024" cy="1419067"/>
      </dsp:txXfrm>
    </dsp:sp>
    <dsp:sp modelId="{B45D6BE0-DA4B-454D-87AE-52E024947A11}">
      <dsp:nvSpPr>
        <dsp:cNvPr id="0" name=""/>
        <dsp:cNvSpPr/>
      </dsp:nvSpPr>
      <dsp:spPr>
        <a:xfrm>
          <a:off x="0" y="216340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Jersey Name / Number – NUMAN  / 11</a:t>
          </a:r>
        </a:p>
      </dsp:txBody>
      <dsp:txXfrm>
        <a:off x="38199" y="2201606"/>
        <a:ext cx="7125162" cy="706112"/>
      </dsp:txXfrm>
    </dsp:sp>
    <dsp:sp modelId="{A1D7E4C8-748B-40ED-A9DE-F6B70766FC3D}">
      <dsp:nvSpPr>
        <dsp:cNvPr id="0" name=""/>
        <dsp:cNvSpPr/>
      </dsp:nvSpPr>
      <dsp:spPr>
        <a:xfrm>
          <a:off x="0" y="302943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Base Price: $227000 </a:t>
          </a:r>
        </a:p>
      </dsp:txBody>
      <dsp:txXfrm>
        <a:off x="38199" y="3067636"/>
        <a:ext cx="7125162" cy="706112"/>
      </dsp:txXfrm>
    </dsp:sp>
    <dsp:sp modelId="{7E9A74C2-5815-496B-9826-20402E5C5AD3}">
      <dsp:nvSpPr>
        <dsp:cNvPr id="0" name=""/>
        <dsp:cNvSpPr/>
      </dsp:nvSpPr>
      <dsp:spPr>
        <a:xfrm>
          <a:off x="0" y="3895468"/>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Max Allowed Bid : $299000</a:t>
          </a:r>
        </a:p>
      </dsp:txBody>
      <dsp:txXfrm>
        <a:off x="38199" y="3933667"/>
        <a:ext cx="7125162" cy="70611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36471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Role: BOWLING ALL ROUNDER</a:t>
          </a:r>
        </a:p>
      </dsp:txBody>
      <dsp:txXfrm>
        <a:off x="17804" y="17804"/>
        <a:ext cx="7165952" cy="329104"/>
      </dsp:txXfrm>
    </dsp:sp>
    <dsp:sp modelId="{496F8DA3-E60F-472D-9081-3C1F27D13541}">
      <dsp:nvSpPr>
        <dsp:cNvPr id="0" name=""/>
        <dsp:cNvSpPr/>
      </dsp:nvSpPr>
      <dsp:spPr>
        <a:xfrm>
          <a:off x="0" y="702274"/>
          <a:ext cx="7201560" cy="139787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endParaRPr lang="en-US" sz="3200" b="1" kern="1200" dirty="0">
            <a:ln>
              <a:solidFill>
                <a:schemeClr val="bg1"/>
              </a:solidFill>
            </a:ln>
            <a:effectLst>
              <a:glow rad="63500">
                <a:schemeClr val="accent3">
                  <a:satMod val="175000"/>
                  <a:alpha val="40000"/>
                </a:schemeClr>
              </a:glow>
            </a:effectLst>
          </a:endParaRPr>
        </a:p>
      </dsp:txBody>
      <dsp:txXfrm>
        <a:off x="68238" y="770512"/>
        <a:ext cx="7065084" cy="1261394"/>
      </dsp:txXfrm>
    </dsp:sp>
    <dsp:sp modelId="{B45D6BE0-DA4B-454D-87AE-52E024947A11}">
      <dsp:nvSpPr>
        <dsp:cNvPr id="0" name=""/>
        <dsp:cNvSpPr/>
      </dsp:nvSpPr>
      <dsp:spPr>
        <a:xfrm>
          <a:off x="0" y="2183664"/>
          <a:ext cx="7201560"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Jersey Name / Number – FARHAN / 21</a:t>
          </a:r>
        </a:p>
      </dsp:txBody>
      <dsp:txXfrm>
        <a:off x="33955" y="2217619"/>
        <a:ext cx="7133650" cy="627655"/>
      </dsp:txXfrm>
    </dsp:sp>
    <dsp:sp modelId="{A1D7E4C8-748B-40ED-A9DE-F6B70766FC3D}">
      <dsp:nvSpPr>
        <dsp:cNvPr id="0" name=""/>
        <dsp:cNvSpPr/>
      </dsp:nvSpPr>
      <dsp:spPr>
        <a:xfrm>
          <a:off x="0" y="2962749"/>
          <a:ext cx="7201560"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Base Price: $100000 </a:t>
          </a:r>
        </a:p>
      </dsp:txBody>
      <dsp:txXfrm>
        <a:off x="33955" y="2996704"/>
        <a:ext cx="7133650" cy="627655"/>
      </dsp:txXfrm>
    </dsp:sp>
    <dsp:sp modelId="{7E9A74C2-5815-496B-9826-20402E5C5AD3}">
      <dsp:nvSpPr>
        <dsp:cNvPr id="0" name=""/>
        <dsp:cNvSpPr/>
      </dsp:nvSpPr>
      <dsp:spPr>
        <a:xfrm>
          <a:off x="0" y="3741834"/>
          <a:ext cx="7201560"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Max Allowed Bid : $199000</a:t>
          </a:r>
        </a:p>
      </dsp:txBody>
      <dsp:txXfrm>
        <a:off x="33955" y="3775789"/>
        <a:ext cx="7133650" cy="62765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4103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Role: BOWLING ALL ROUNDER</a:t>
          </a:r>
        </a:p>
      </dsp:txBody>
      <dsp:txXfrm>
        <a:off x="20029" y="20029"/>
        <a:ext cx="7161502" cy="370243"/>
      </dsp:txXfrm>
    </dsp:sp>
    <dsp:sp modelId="{496F8DA3-E60F-472D-9081-3C1F27D13541}">
      <dsp:nvSpPr>
        <dsp:cNvPr id="0" name=""/>
        <dsp:cNvSpPr/>
      </dsp:nvSpPr>
      <dsp:spPr>
        <a:xfrm>
          <a:off x="0" y="507283"/>
          <a:ext cx="7201560" cy="157260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0" kern="1200" dirty="0">
              <a:ln>
                <a:solidFill>
                  <a:schemeClr val="bg1"/>
                </a:solidFill>
              </a:ln>
              <a:effectLst>
                <a:glow rad="63500">
                  <a:schemeClr val="accent3">
                    <a:satMod val="175000"/>
                    <a:alpha val="40000"/>
                  </a:schemeClr>
                </a:glow>
              </a:effectLst>
            </a:rPr>
            <a:t>DECEPTIVE BOWLER </a:t>
          </a:r>
          <a:endParaRPr lang="en-US" sz="3200" b="1" kern="1200" dirty="0">
            <a:ln>
              <a:solidFill>
                <a:schemeClr val="bg1"/>
              </a:solidFill>
            </a:ln>
            <a:effectLst>
              <a:glow rad="63500">
                <a:schemeClr val="accent3">
                  <a:satMod val="175000"/>
                  <a:alpha val="40000"/>
                </a:schemeClr>
              </a:glow>
            </a:effectLst>
          </a:endParaRPr>
        </a:p>
      </dsp:txBody>
      <dsp:txXfrm>
        <a:off x="76768" y="584051"/>
        <a:ext cx="7048024" cy="1419067"/>
      </dsp:txXfrm>
    </dsp:sp>
    <dsp:sp modelId="{B45D6BE0-DA4B-454D-87AE-52E024947A11}">
      <dsp:nvSpPr>
        <dsp:cNvPr id="0" name=""/>
        <dsp:cNvSpPr/>
      </dsp:nvSpPr>
      <dsp:spPr>
        <a:xfrm>
          <a:off x="0" y="216340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Jersey Name / Number – N/A</a:t>
          </a:r>
        </a:p>
      </dsp:txBody>
      <dsp:txXfrm>
        <a:off x="38199" y="2201606"/>
        <a:ext cx="7125162" cy="706112"/>
      </dsp:txXfrm>
    </dsp:sp>
    <dsp:sp modelId="{A1D7E4C8-748B-40ED-A9DE-F6B70766FC3D}">
      <dsp:nvSpPr>
        <dsp:cNvPr id="0" name=""/>
        <dsp:cNvSpPr/>
      </dsp:nvSpPr>
      <dsp:spPr>
        <a:xfrm>
          <a:off x="0" y="302943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Base Price: $100000 </a:t>
          </a:r>
        </a:p>
      </dsp:txBody>
      <dsp:txXfrm>
        <a:off x="38199" y="3067636"/>
        <a:ext cx="7125162" cy="706112"/>
      </dsp:txXfrm>
    </dsp:sp>
    <dsp:sp modelId="{7E9A74C2-5815-496B-9826-20402E5C5AD3}">
      <dsp:nvSpPr>
        <dsp:cNvPr id="0" name=""/>
        <dsp:cNvSpPr/>
      </dsp:nvSpPr>
      <dsp:spPr>
        <a:xfrm>
          <a:off x="0" y="3895468"/>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Max Allowed Bid : $199000</a:t>
          </a:r>
        </a:p>
      </dsp:txBody>
      <dsp:txXfrm>
        <a:off x="38199" y="3933667"/>
        <a:ext cx="7125162" cy="70611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36078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Role: BATTING ALLROUNDER</a:t>
          </a:r>
        </a:p>
      </dsp:txBody>
      <dsp:txXfrm>
        <a:off x="17612" y="17612"/>
        <a:ext cx="7166336" cy="325558"/>
      </dsp:txXfrm>
    </dsp:sp>
    <dsp:sp modelId="{496F8DA3-E60F-472D-9081-3C1F27D13541}">
      <dsp:nvSpPr>
        <dsp:cNvPr id="0" name=""/>
        <dsp:cNvSpPr/>
      </dsp:nvSpPr>
      <dsp:spPr>
        <a:xfrm>
          <a:off x="0" y="724843"/>
          <a:ext cx="7201560" cy="138280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MASS MURDERER OF BOWLING LINEUPS</a:t>
          </a:r>
        </a:p>
      </dsp:txBody>
      <dsp:txXfrm>
        <a:off x="67503" y="792346"/>
        <a:ext cx="7066554" cy="1247800"/>
      </dsp:txXfrm>
    </dsp:sp>
    <dsp:sp modelId="{B45D6BE0-DA4B-454D-87AE-52E024947A11}">
      <dsp:nvSpPr>
        <dsp:cNvPr id="0" name=""/>
        <dsp:cNvSpPr/>
      </dsp:nvSpPr>
      <dsp:spPr>
        <a:xfrm>
          <a:off x="0" y="2185410"/>
          <a:ext cx="7201560" cy="68806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Jersey Name / Number – RAHMATH  / 31</a:t>
          </a:r>
        </a:p>
      </dsp:txBody>
      <dsp:txXfrm>
        <a:off x="33589" y="2218999"/>
        <a:ext cx="7134382" cy="620891"/>
      </dsp:txXfrm>
    </dsp:sp>
    <dsp:sp modelId="{A1D7E4C8-748B-40ED-A9DE-F6B70766FC3D}">
      <dsp:nvSpPr>
        <dsp:cNvPr id="0" name=""/>
        <dsp:cNvSpPr/>
      </dsp:nvSpPr>
      <dsp:spPr>
        <a:xfrm>
          <a:off x="0" y="2951240"/>
          <a:ext cx="7201560" cy="68806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Base Price: $320000 </a:t>
          </a:r>
        </a:p>
      </dsp:txBody>
      <dsp:txXfrm>
        <a:off x="33589" y="2984829"/>
        <a:ext cx="7134382" cy="620891"/>
      </dsp:txXfrm>
    </dsp:sp>
    <dsp:sp modelId="{7E9A74C2-5815-496B-9826-20402E5C5AD3}">
      <dsp:nvSpPr>
        <dsp:cNvPr id="0" name=""/>
        <dsp:cNvSpPr/>
      </dsp:nvSpPr>
      <dsp:spPr>
        <a:xfrm>
          <a:off x="0" y="3717069"/>
          <a:ext cx="7201560" cy="68806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Max Allowed Bid : $</a:t>
          </a:r>
        </a:p>
      </dsp:txBody>
      <dsp:txXfrm>
        <a:off x="33589" y="3750658"/>
        <a:ext cx="7134382" cy="62089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40244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Role: Right-Handed Batsman</a:t>
          </a:r>
        </a:p>
      </dsp:txBody>
      <dsp:txXfrm>
        <a:off x="19646" y="19646"/>
        <a:ext cx="7162268" cy="363149"/>
      </dsp:txXfrm>
    </dsp:sp>
    <dsp:sp modelId="{496F8DA3-E60F-472D-9081-3C1F27D13541}">
      <dsp:nvSpPr>
        <dsp:cNvPr id="0" name=""/>
        <dsp:cNvSpPr/>
      </dsp:nvSpPr>
      <dsp:spPr>
        <a:xfrm>
          <a:off x="0" y="532262"/>
          <a:ext cx="7201560" cy="154247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ln>
                <a:solidFill>
                  <a:schemeClr val="bg1">
                    <a:lumMod val="95000"/>
                    <a:lumOff val="5000"/>
                  </a:schemeClr>
                </a:solidFill>
              </a:ln>
            </a:rPr>
            <a:t>Energetic Fielder</a:t>
          </a:r>
        </a:p>
      </dsp:txBody>
      <dsp:txXfrm>
        <a:off x="75298" y="607560"/>
        <a:ext cx="7050964" cy="1391881"/>
      </dsp:txXfrm>
    </dsp:sp>
    <dsp:sp modelId="{B45D6BE0-DA4B-454D-87AE-52E024947A11}">
      <dsp:nvSpPr>
        <dsp:cNvPr id="0" name=""/>
        <dsp:cNvSpPr/>
      </dsp:nvSpPr>
      <dsp:spPr>
        <a:xfrm>
          <a:off x="0" y="2166899"/>
          <a:ext cx="7201560" cy="7675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Jersey Name / Number – N/A</a:t>
          </a:r>
        </a:p>
      </dsp:txBody>
      <dsp:txXfrm>
        <a:off x="37467" y="2204366"/>
        <a:ext cx="7126626" cy="692586"/>
      </dsp:txXfrm>
    </dsp:sp>
    <dsp:sp modelId="{A1D7E4C8-748B-40ED-A9DE-F6B70766FC3D}">
      <dsp:nvSpPr>
        <dsp:cNvPr id="0" name=""/>
        <dsp:cNvSpPr/>
      </dsp:nvSpPr>
      <dsp:spPr>
        <a:xfrm>
          <a:off x="0" y="3026579"/>
          <a:ext cx="7201560" cy="7675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Base Price: $41000 </a:t>
          </a:r>
        </a:p>
      </dsp:txBody>
      <dsp:txXfrm>
        <a:off x="37467" y="3064046"/>
        <a:ext cx="7126626" cy="692586"/>
      </dsp:txXfrm>
    </dsp:sp>
    <dsp:sp modelId="{7E9A74C2-5815-496B-9826-20402E5C5AD3}">
      <dsp:nvSpPr>
        <dsp:cNvPr id="0" name=""/>
        <dsp:cNvSpPr/>
      </dsp:nvSpPr>
      <dsp:spPr>
        <a:xfrm>
          <a:off x="0" y="3886259"/>
          <a:ext cx="7201560" cy="7675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Max Allowed Bid : $99000</a:t>
          </a:r>
        </a:p>
      </dsp:txBody>
      <dsp:txXfrm>
        <a:off x="37467" y="3923726"/>
        <a:ext cx="7126626" cy="69258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4103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Role: BOWLING ALLROUNDER</a:t>
          </a:r>
        </a:p>
      </dsp:txBody>
      <dsp:txXfrm>
        <a:off x="20029" y="20029"/>
        <a:ext cx="7161502" cy="370243"/>
      </dsp:txXfrm>
    </dsp:sp>
    <dsp:sp modelId="{496F8DA3-E60F-472D-9081-3C1F27D13541}">
      <dsp:nvSpPr>
        <dsp:cNvPr id="0" name=""/>
        <dsp:cNvSpPr/>
      </dsp:nvSpPr>
      <dsp:spPr>
        <a:xfrm>
          <a:off x="0" y="507283"/>
          <a:ext cx="7201560" cy="157260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JACK SPARROW</a:t>
          </a:r>
        </a:p>
      </dsp:txBody>
      <dsp:txXfrm>
        <a:off x="76768" y="584051"/>
        <a:ext cx="7048024" cy="1419067"/>
      </dsp:txXfrm>
    </dsp:sp>
    <dsp:sp modelId="{B45D6BE0-DA4B-454D-87AE-52E024947A11}">
      <dsp:nvSpPr>
        <dsp:cNvPr id="0" name=""/>
        <dsp:cNvSpPr/>
      </dsp:nvSpPr>
      <dsp:spPr>
        <a:xfrm>
          <a:off x="0" y="216340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Jersey Name / Number – KHALID  / 87</a:t>
          </a:r>
        </a:p>
      </dsp:txBody>
      <dsp:txXfrm>
        <a:off x="38199" y="2201606"/>
        <a:ext cx="7125162" cy="706112"/>
      </dsp:txXfrm>
    </dsp:sp>
    <dsp:sp modelId="{A1D7E4C8-748B-40ED-A9DE-F6B70766FC3D}">
      <dsp:nvSpPr>
        <dsp:cNvPr id="0" name=""/>
        <dsp:cNvSpPr/>
      </dsp:nvSpPr>
      <dsp:spPr>
        <a:xfrm>
          <a:off x="0" y="3029437"/>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Base Price: $264000 </a:t>
          </a:r>
        </a:p>
      </dsp:txBody>
      <dsp:txXfrm>
        <a:off x="38199" y="3067636"/>
        <a:ext cx="7125162" cy="706112"/>
      </dsp:txXfrm>
    </dsp:sp>
    <dsp:sp modelId="{7E9A74C2-5815-496B-9826-20402E5C5AD3}">
      <dsp:nvSpPr>
        <dsp:cNvPr id="0" name=""/>
        <dsp:cNvSpPr/>
      </dsp:nvSpPr>
      <dsp:spPr>
        <a:xfrm>
          <a:off x="0" y="3895468"/>
          <a:ext cx="7201560" cy="7825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Max Allowed Bid : $299000</a:t>
          </a:r>
        </a:p>
      </dsp:txBody>
      <dsp:txXfrm>
        <a:off x="38199" y="3933667"/>
        <a:ext cx="7125162" cy="70611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36471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Role: BATSMAN</a:t>
          </a:r>
        </a:p>
      </dsp:txBody>
      <dsp:txXfrm>
        <a:off x="17804" y="17804"/>
        <a:ext cx="7165952" cy="329104"/>
      </dsp:txXfrm>
    </dsp:sp>
    <dsp:sp modelId="{496F8DA3-E60F-472D-9081-3C1F27D13541}">
      <dsp:nvSpPr>
        <dsp:cNvPr id="0" name=""/>
        <dsp:cNvSpPr/>
      </dsp:nvSpPr>
      <dsp:spPr>
        <a:xfrm>
          <a:off x="0" y="608685"/>
          <a:ext cx="7201560" cy="158504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i="0" kern="1200" dirty="0">
              <a:ln>
                <a:solidFill>
                  <a:schemeClr val="bg1"/>
                </a:solidFill>
              </a:ln>
              <a:effectLst>
                <a:glow rad="63500">
                  <a:schemeClr val="accent3">
                    <a:satMod val="175000"/>
                    <a:alpha val="40000"/>
                  </a:schemeClr>
                </a:glow>
              </a:effectLst>
            </a:rPr>
            <a:t>UNDERCOVER POTASSIUM SUPPLIER – REGION OF PEEL</a:t>
          </a:r>
          <a:endParaRPr lang="en-US" sz="2000" b="1" kern="1200" dirty="0">
            <a:ln>
              <a:solidFill>
                <a:schemeClr val="bg1"/>
              </a:solidFill>
            </a:ln>
            <a:effectLst>
              <a:glow rad="63500">
                <a:schemeClr val="accent3">
                  <a:satMod val="175000"/>
                  <a:alpha val="40000"/>
                </a:schemeClr>
              </a:glow>
            </a:effectLst>
          </a:endParaRPr>
        </a:p>
      </dsp:txBody>
      <dsp:txXfrm>
        <a:off x="77376" y="686061"/>
        <a:ext cx="7046808" cy="1430294"/>
      </dsp:txXfrm>
    </dsp:sp>
    <dsp:sp modelId="{B45D6BE0-DA4B-454D-87AE-52E024947A11}">
      <dsp:nvSpPr>
        <dsp:cNvPr id="0" name=""/>
        <dsp:cNvSpPr/>
      </dsp:nvSpPr>
      <dsp:spPr>
        <a:xfrm>
          <a:off x="0" y="2277252"/>
          <a:ext cx="7201560"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Jersey Name / Number – ABDUL / 100</a:t>
          </a:r>
        </a:p>
      </dsp:txBody>
      <dsp:txXfrm>
        <a:off x="33955" y="2311207"/>
        <a:ext cx="7133650" cy="627655"/>
      </dsp:txXfrm>
    </dsp:sp>
    <dsp:sp modelId="{A1D7E4C8-748B-40ED-A9DE-F6B70766FC3D}">
      <dsp:nvSpPr>
        <dsp:cNvPr id="0" name=""/>
        <dsp:cNvSpPr/>
      </dsp:nvSpPr>
      <dsp:spPr>
        <a:xfrm>
          <a:off x="0" y="3056337"/>
          <a:ext cx="7201560"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Base Price: $130000 </a:t>
          </a:r>
        </a:p>
      </dsp:txBody>
      <dsp:txXfrm>
        <a:off x="33955" y="3090292"/>
        <a:ext cx="7133650" cy="627655"/>
      </dsp:txXfrm>
    </dsp:sp>
    <dsp:sp modelId="{7E9A74C2-5815-496B-9826-20402E5C5AD3}">
      <dsp:nvSpPr>
        <dsp:cNvPr id="0" name=""/>
        <dsp:cNvSpPr/>
      </dsp:nvSpPr>
      <dsp:spPr>
        <a:xfrm>
          <a:off x="0" y="3835422"/>
          <a:ext cx="7201560"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Max Allowed Bid : $199000</a:t>
          </a:r>
        </a:p>
      </dsp:txBody>
      <dsp:txXfrm>
        <a:off x="33955" y="3869377"/>
        <a:ext cx="7133650" cy="62765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C0B36-E231-4547-8988-3DEA55B58E5A}">
      <dsp:nvSpPr>
        <dsp:cNvPr id="0" name=""/>
        <dsp:cNvSpPr/>
      </dsp:nvSpPr>
      <dsp:spPr>
        <a:xfrm>
          <a:off x="0" y="0"/>
          <a:ext cx="7201560" cy="40244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Role: GENUINE ALLROUNDER</a:t>
          </a:r>
        </a:p>
      </dsp:txBody>
      <dsp:txXfrm>
        <a:off x="19646" y="19646"/>
        <a:ext cx="7162268" cy="363149"/>
      </dsp:txXfrm>
    </dsp:sp>
    <dsp:sp modelId="{496F8DA3-E60F-472D-9081-3C1F27D13541}">
      <dsp:nvSpPr>
        <dsp:cNvPr id="0" name=""/>
        <dsp:cNvSpPr/>
      </dsp:nvSpPr>
      <dsp:spPr>
        <a:xfrm>
          <a:off x="0" y="532262"/>
          <a:ext cx="7201560" cy="154247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GOAT ALLROUNDER – RIAZ SOBERS</a:t>
          </a:r>
        </a:p>
      </dsp:txBody>
      <dsp:txXfrm>
        <a:off x="75298" y="607560"/>
        <a:ext cx="7050964" cy="1391881"/>
      </dsp:txXfrm>
    </dsp:sp>
    <dsp:sp modelId="{B45D6BE0-DA4B-454D-87AE-52E024947A11}">
      <dsp:nvSpPr>
        <dsp:cNvPr id="0" name=""/>
        <dsp:cNvSpPr/>
      </dsp:nvSpPr>
      <dsp:spPr>
        <a:xfrm>
          <a:off x="0" y="2166899"/>
          <a:ext cx="7201560" cy="7675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Jersey Name / Number – RIAZ  / </a:t>
          </a:r>
        </a:p>
      </dsp:txBody>
      <dsp:txXfrm>
        <a:off x="37467" y="2204366"/>
        <a:ext cx="7126626" cy="692586"/>
      </dsp:txXfrm>
    </dsp:sp>
    <dsp:sp modelId="{A1D7E4C8-748B-40ED-A9DE-F6B70766FC3D}">
      <dsp:nvSpPr>
        <dsp:cNvPr id="0" name=""/>
        <dsp:cNvSpPr/>
      </dsp:nvSpPr>
      <dsp:spPr>
        <a:xfrm>
          <a:off x="0" y="3026579"/>
          <a:ext cx="7201560" cy="7675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Base Price: $300000 </a:t>
          </a:r>
        </a:p>
      </dsp:txBody>
      <dsp:txXfrm>
        <a:off x="37467" y="3064046"/>
        <a:ext cx="7126626" cy="692586"/>
      </dsp:txXfrm>
    </dsp:sp>
    <dsp:sp modelId="{7E9A74C2-5815-496B-9826-20402E5C5AD3}">
      <dsp:nvSpPr>
        <dsp:cNvPr id="0" name=""/>
        <dsp:cNvSpPr/>
      </dsp:nvSpPr>
      <dsp:spPr>
        <a:xfrm>
          <a:off x="0" y="3886259"/>
          <a:ext cx="7201560" cy="7675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Max Allowed Bid : $</a:t>
          </a:r>
        </a:p>
      </dsp:txBody>
      <dsp:txXfrm>
        <a:off x="37467" y="3923726"/>
        <a:ext cx="7126626" cy="69258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D02A31-BEEB-43E1-99D0-C7F913444EF7}" type="datetimeFigureOut">
              <a:rPr lang="en-US" smtClean="0"/>
              <a:t>29-May-26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BEC5AB-8BC2-4243-8CCA-86E8555E7DFD}" type="slidenum">
              <a:rPr lang="en-US" smtClean="0"/>
              <a:t>‹#›</a:t>
            </a:fld>
            <a:endParaRPr lang="en-US"/>
          </a:p>
        </p:txBody>
      </p:sp>
    </p:spTree>
    <p:extLst>
      <p:ext uri="{BB962C8B-B14F-4D97-AF65-F5344CB8AC3E}">
        <p14:creationId xmlns:p14="http://schemas.microsoft.com/office/powerpoint/2010/main" val="656797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provides essential information about the players available in the cricket auction. It is important to clearly present the player's name, their skills, the specific role they play in the team, and their expected base and maximum prices to attract bidders effectively.</a:t>
            </a:r>
          </a:p>
        </p:txBody>
      </p:sp>
      <p:sp>
        <p:nvSpPr>
          <p:cNvPr id="4" name="Slide Number Placeholder 3"/>
          <p:cNvSpPr>
            <a:spLocks noGrp="1"/>
          </p:cNvSpPr>
          <p:nvPr>
            <p:ph type="sldNum" sz="quarter" idx="5"/>
          </p:nvPr>
        </p:nvSpPr>
        <p:spPr/>
        <p:txBody>
          <a:bodyPr/>
          <a:lstStyle/>
          <a:p>
            <a:fld id="{F0D94812-30F4-45F7-86B0-753CD929BBAD}" type="slidenum">
              <a:rPr lang="en-US" smtClean="0"/>
              <a:t>1</a:t>
            </a:fld>
            <a:endParaRPr lang="en-US"/>
          </a:p>
        </p:txBody>
      </p:sp>
    </p:spTree>
    <p:extLst>
      <p:ext uri="{BB962C8B-B14F-4D97-AF65-F5344CB8AC3E}">
        <p14:creationId xmlns:p14="http://schemas.microsoft.com/office/powerpoint/2010/main" val="1549461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570CD-5EAA-7555-3ADC-2C760AA40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B7E21-336B-EF18-6172-A530511E6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4FABC-8466-4177-B866-005109B84D33}"/>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537C1A04-A2C0-EE84-EEDE-B0D5964B14E5}"/>
              </a:ext>
            </a:extLst>
          </p:cNvPr>
          <p:cNvSpPr>
            <a:spLocks noGrp="1"/>
          </p:cNvSpPr>
          <p:nvPr>
            <p:ph type="sldNum" sz="quarter" idx="5"/>
          </p:nvPr>
        </p:nvSpPr>
        <p:spPr/>
        <p:txBody>
          <a:bodyPr/>
          <a:lstStyle/>
          <a:p>
            <a:fld id="{1FBEC5AB-8BC2-4243-8CCA-86E8555E7DFD}" type="slidenum">
              <a:rPr lang="en-US" smtClean="0"/>
              <a:t>2</a:t>
            </a:fld>
            <a:endParaRPr lang="en-US"/>
          </a:p>
        </p:txBody>
      </p:sp>
    </p:spTree>
    <p:extLst>
      <p:ext uri="{BB962C8B-B14F-4D97-AF65-F5344CB8AC3E}">
        <p14:creationId xmlns:p14="http://schemas.microsoft.com/office/powerpoint/2010/main" val="1914674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3782B-BBAF-DD63-B4D8-50B6145725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FADA0-9A74-7A28-AF14-A4945688A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59D609-1AF5-2CA9-116D-FD8ACA1C2604}"/>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00E4D00E-0ECE-41DB-E79F-6543C3E3F743}"/>
              </a:ext>
            </a:extLst>
          </p:cNvPr>
          <p:cNvSpPr>
            <a:spLocks noGrp="1"/>
          </p:cNvSpPr>
          <p:nvPr>
            <p:ph type="sldNum" sz="quarter" idx="5"/>
          </p:nvPr>
        </p:nvSpPr>
        <p:spPr/>
        <p:txBody>
          <a:bodyPr/>
          <a:lstStyle/>
          <a:p>
            <a:fld id="{1FBEC5AB-8BC2-4243-8CCA-86E8555E7DFD}" type="slidenum">
              <a:rPr lang="en-US" smtClean="0"/>
              <a:t>3</a:t>
            </a:fld>
            <a:endParaRPr lang="en-US"/>
          </a:p>
        </p:txBody>
      </p:sp>
    </p:spTree>
    <p:extLst>
      <p:ext uri="{BB962C8B-B14F-4D97-AF65-F5344CB8AC3E}">
        <p14:creationId xmlns:p14="http://schemas.microsoft.com/office/powerpoint/2010/main" val="1079100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4AAF3-D460-6372-99D9-767705CE7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1FA6F-DBFE-14FA-E86B-D6126ABA0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2C72A-FF9D-6A88-3B77-CDB985FE8E5B}"/>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729D97C5-6B9A-145F-3E0E-4B09F10246C7}"/>
              </a:ext>
            </a:extLst>
          </p:cNvPr>
          <p:cNvSpPr>
            <a:spLocks noGrp="1"/>
          </p:cNvSpPr>
          <p:nvPr>
            <p:ph type="sldNum" sz="quarter" idx="5"/>
          </p:nvPr>
        </p:nvSpPr>
        <p:spPr/>
        <p:txBody>
          <a:bodyPr/>
          <a:lstStyle/>
          <a:p>
            <a:fld id="{1FBEC5AB-8BC2-4243-8CCA-86E8555E7DFD}" type="slidenum">
              <a:rPr lang="en-US" smtClean="0"/>
              <a:t>4</a:t>
            </a:fld>
            <a:endParaRPr lang="en-US"/>
          </a:p>
        </p:txBody>
      </p:sp>
    </p:spTree>
    <p:extLst>
      <p:ext uri="{BB962C8B-B14F-4D97-AF65-F5344CB8AC3E}">
        <p14:creationId xmlns:p14="http://schemas.microsoft.com/office/powerpoint/2010/main" val="2674968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F8174-4F6D-CA4D-3229-64ED8E0AD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F785D-5419-C8F8-BB05-7FA7AADB6A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8A180C-32CE-5770-0F7B-049EE404D10D}"/>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4CC21DBF-1426-EFB8-849F-8730B8C81816}"/>
              </a:ext>
            </a:extLst>
          </p:cNvPr>
          <p:cNvSpPr>
            <a:spLocks noGrp="1"/>
          </p:cNvSpPr>
          <p:nvPr>
            <p:ph type="sldNum" sz="quarter" idx="5"/>
          </p:nvPr>
        </p:nvSpPr>
        <p:spPr/>
        <p:txBody>
          <a:bodyPr/>
          <a:lstStyle/>
          <a:p>
            <a:fld id="{1FBEC5AB-8BC2-4243-8CCA-86E8555E7DFD}" type="slidenum">
              <a:rPr lang="en-US" smtClean="0"/>
              <a:t>5</a:t>
            </a:fld>
            <a:endParaRPr lang="en-US"/>
          </a:p>
        </p:txBody>
      </p:sp>
    </p:spTree>
    <p:extLst>
      <p:ext uri="{BB962C8B-B14F-4D97-AF65-F5344CB8AC3E}">
        <p14:creationId xmlns:p14="http://schemas.microsoft.com/office/powerpoint/2010/main" val="121385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EC4CF-217E-0A49-44B5-02B49CAD5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2CA87-19C2-7FB3-95BE-A9D5A72BD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9FDD26-BCA4-6833-7141-BE22A839B07D}"/>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37C6FF81-0447-999E-0F1D-D6784D924E09}"/>
              </a:ext>
            </a:extLst>
          </p:cNvPr>
          <p:cNvSpPr>
            <a:spLocks noGrp="1"/>
          </p:cNvSpPr>
          <p:nvPr>
            <p:ph type="sldNum" sz="quarter" idx="5"/>
          </p:nvPr>
        </p:nvSpPr>
        <p:spPr/>
        <p:txBody>
          <a:bodyPr/>
          <a:lstStyle/>
          <a:p>
            <a:fld id="{1FBEC5AB-8BC2-4243-8CCA-86E8555E7DFD}" type="slidenum">
              <a:rPr lang="en-US" smtClean="0"/>
              <a:t>6</a:t>
            </a:fld>
            <a:endParaRPr lang="en-US"/>
          </a:p>
        </p:txBody>
      </p:sp>
    </p:spTree>
    <p:extLst>
      <p:ext uri="{BB962C8B-B14F-4D97-AF65-F5344CB8AC3E}">
        <p14:creationId xmlns:p14="http://schemas.microsoft.com/office/powerpoint/2010/main" val="1385103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626F5-0462-92D4-2AEF-19C18F641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C5E85-BC4D-F69B-FD51-B8B999096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B78CC0-63B3-47C6-F721-C85329ABA92F}"/>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E36030B0-D03A-9398-7A4B-E3D47B3F365D}"/>
              </a:ext>
            </a:extLst>
          </p:cNvPr>
          <p:cNvSpPr>
            <a:spLocks noGrp="1"/>
          </p:cNvSpPr>
          <p:nvPr>
            <p:ph type="sldNum" sz="quarter" idx="5"/>
          </p:nvPr>
        </p:nvSpPr>
        <p:spPr/>
        <p:txBody>
          <a:bodyPr/>
          <a:lstStyle/>
          <a:p>
            <a:fld id="{1FBEC5AB-8BC2-4243-8CCA-86E8555E7DFD}" type="slidenum">
              <a:rPr lang="en-US" smtClean="0"/>
              <a:t>7</a:t>
            </a:fld>
            <a:endParaRPr lang="en-US"/>
          </a:p>
        </p:txBody>
      </p:sp>
    </p:spTree>
    <p:extLst>
      <p:ext uri="{BB962C8B-B14F-4D97-AF65-F5344CB8AC3E}">
        <p14:creationId xmlns:p14="http://schemas.microsoft.com/office/powerpoint/2010/main" val="697477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8CCAD-5CAF-690A-4EB5-E8A9F1CCB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30A94-476B-70CE-1155-BC1C3A9FE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1E6C8-C239-08A9-FF81-BA2254EB4CEF}"/>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27901511-F22A-9401-B184-E4208DC13D9E}"/>
              </a:ext>
            </a:extLst>
          </p:cNvPr>
          <p:cNvSpPr>
            <a:spLocks noGrp="1"/>
          </p:cNvSpPr>
          <p:nvPr>
            <p:ph type="sldNum" sz="quarter" idx="5"/>
          </p:nvPr>
        </p:nvSpPr>
        <p:spPr/>
        <p:txBody>
          <a:bodyPr/>
          <a:lstStyle/>
          <a:p>
            <a:fld id="{1FBEC5AB-8BC2-4243-8CCA-86E8555E7DFD}" type="slidenum">
              <a:rPr lang="en-US" smtClean="0"/>
              <a:t>8</a:t>
            </a:fld>
            <a:endParaRPr lang="en-US"/>
          </a:p>
        </p:txBody>
      </p:sp>
    </p:spTree>
    <p:extLst>
      <p:ext uri="{BB962C8B-B14F-4D97-AF65-F5344CB8AC3E}">
        <p14:creationId xmlns:p14="http://schemas.microsoft.com/office/powerpoint/2010/main" val="1929934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739CF-FB28-877F-86B1-514690AAD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0B320-A654-EF86-D0A0-2D5A5AB37A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0E02A4-9130-CA65-085A-3AD84800AC6E}"/>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4DBB7793-4E05-34E7-28CD-C353A185F3EE}"/>
              </a:ext>
            </a:extLst>
          </p:cNvPr>
          <p:cNvSpPr>
            <a:spLocks noGrp="1"/>
          </p:cNvSpPr>
          <p:nvPr>
            <p:ph type="sldNum" sz="quarter" idx="5"/>
          </p:nvPr>
        </p:nvSpPr>
        <p:spPr/>
        <p:txBody>
          <a:bodyPr/>
          <a:lstStyle/>
          <a:p>
            <a:fld id="{1FBEC5AB-8BC2-4243-8CCA-86E8555E7DFD}" type="slidenum">
              <a:rPr lang="en-US" smtClean="0"/>
              <a:t>9</a:t>
            </a:fld>
            <a:endParaRPr lang="en-US"/>
          </a:p>
        </p:txBody>
      </p:sp>
    </p:spTree>
    <p:extLst>
      <p:ext uri="{BB962C8B-B14F-4D97-AF65-F5344CB8AC3E}">
        <p14:creationId xmlns:p14="http://schemas.microsoft.com/office/powerpoint/2010/main" val="3863532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DB61D-C96A-60FD-E415-C4CD04264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A38D06-ED89-24E3-A011-8FD22D7CCF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D0BC3D-A047-2FCB-880B-9D2BB840E943}"/>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901B8DC9-D306-FF5B-41B3-DAD074EF9BAE}"/>
              </a:ext>
            </a:extLst>
          </p:cNvPr>
          <p:cNvSpPr>
            <a:spLocks noGrp="1"/>
          </p:cNvSpPr>
          <p:nvPr>
            <p:ph type="sldNum" sz="quarter" idx="5"/>
          </p:nvPr>
        </p:nvSpPr>
        <p:spPr/>
        <p:txBody>
          <a:bodyPr/>
          <a:lstStyle/>
          <a:p>
            <a:fld id="{1FBEC5AB-8BC2-4243-8CCA-86E8555E7DFD}" type="slidenum">
              <a:rPr lang="en-US" smtClean="0"/>
              <a:t>10</a:t>
            </a:fld>
            <a:endParaRPr lang="en-US"/>
          </a:p>
        </p:txBody>
      </p:sp>
    </p:spTree>
    <p:extLst>
      <p:ext uri="{BB962C8B-B14F-4D97-AF65-F5344CB8AC3E}">
        <p14:creationId xmlns:p14="http://schemas.microsoft.com/office/powerpoint/2010/main" val="3554314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DD6D9-9192-97AD-8EC9-558A5F514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31947-628B-1FD2-7B50-9A225D5D6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111A86-06E2-BCF9-3862-73230BC3FA74}"/>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FBE5B1D7-9666-F1F0-180E-2FB3A154DC9D}"/>
              </a:ext>
            </a:extLst>
          </p:cNvPr>
          <p:cNvSpPr>
            <a:spLocks noGrp="1"/>
          </p:cNvSpPr>
          <p:nvPr>
            <p:ph type="sldNum" sz="quarter" idx="5"/>
          </p:nvPr>
        </p:nvSpPr>
        <p:spPr/>
        <p:txBody>
          <a:bodyPr/>
          <a:lstStyle/>
          <a:p>
            <a:fld id="{1FBEC5AB-8BC2-4243-8CCA-86E8555E7DFD}" type="slidenum">
              <a:rPr lang="en-US" smtClean="0"/>
              <a:t>11</a:t>
            </a:fld>
            <a:endParaRPr lang="en-US"/>
          </a:p>
        </p:txBody>
      </p:sp>
    </p:spTree>
    <p:extLst>
      <p:ext uri="{BB962C8B-B14F-4D97-AF65-F5344CB8AC3E}">
        <p14:creationId xmlns:p14="http://schemas.microsoft.com/office/powerpoint/2010/main" val="198204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E13C7-0FB9-DEBD-91E2-6C7213191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9C9C61-8674-63C7-D3AF-4DC9AFEC41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58B3B-ACDB-FC55-0633-D7284CC94CAA}"/>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01DC7C5D-5167-9C9B-4B31-636F75FEE4DC}"/>
              </a:ext>
            </a:extLst>
          </p:cNvPr>
          <p:cNvSpPr>
            <a:spLocks noGrp="1"/>
          </p:cNvSpPr>
          <p:nvPr>
            <p:ph type="sldNum" sz="quarter" idx="5"/>
          </p:nvPr>
        </p:nvSpPr>
        <p:spPr/>
        <p:txBody>
          <a:bodyPr/>
          <a:lstStyle/>
          <a:p>
            <a:fld id="{1FBEC5AB-8BC2-4243-8CCA-86E8555E7DFD}" type="slidenum">
              <a:rPr lang="en-US" smtClean="0"/>
              <a:t>12</a:t>
            </a:fld>
            <a:endParaRPr lang="en-US"/>
          </a:p>
        </p:txBody>
      </p:sp>
    </p:spTree>
    <p:extLst>
      <p:ext uri="{BB962C8B-B14F-4D97-AF65-F5344CB8AC3E}">
        <p14:creationId xmlns:p14="http://schemas.microsoft.com/office/powerpoint/2010/main" val="253024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A7A7B-746B-77C6-C7C6-BC07BE3A7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F49BE7-1EBB-E662-A37D-E632687642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46CBFA-6E55-5548-CB82-D3105A51AB4B}"/>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AF832EAE-0504-C242-EB80-342AA0EEDD7D}"/>
              </a:ext>
            </a:extLst>
          </p:cNvPr>
          <p:cNvSpPr>
            <a:spLocks noGrp="1"/>
          </p:cNvSpPr>
          <p:nvPr>
            <p:ph type="sldNum" sz="quarter" idx="5"/>
          </p:nvPr>
        </p:nvSpPr>
        <p:spPr/>
        <p:txBody>
          <a:bodyPr/>
          <a:lstStyle/>
          <a:p>
            <a:fld id="{1FBEC5AB-8BC2-4243-8CCA-86E8555E7DFD}" type="slidenum">
              <a:rPr lang="en-US" smtClean="0"/>
              <a:t>13</a:t>
            </a:fld>
            <a:endParaRPr lang="en-US"/>
          </a:p>
        </p:txBody>
      </p:sp>
    </p:spTree>
    <p:extLst>
      <p:ext uri="{BB962C8B-B14F-4D97-AF65-F5344CB8AC3E}">
        <p14:creationId xmlns:p14="http://schemas.microsoft.com/office/powerpoint/2010/main" val="213352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23C23-FE80-5BF5-8490-7DA7210B32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16C17-6BB8-30CE-D048-2F8076C25E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766F3-BD1C-CA0B-05AC-89A21F7E645A}"/>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E573B79F-D4C0-9B03-FC31-755095495689}"/>
              </a:ext>
            </a:extLst>
          </p:cNvPr>
          <p:cNvSpPr>
            <a:spLocks noGrp="1"/>
          </p:cNvSpPr>
          <p:nvPr>
            <p:ph type="sldNum" sz="quarter" idx="5"/>
          </p:nvPr>
        </p:nvSpPr>
        <p:spPr/>
        <p:txBody>
          <a:bodyPr/>
          <a:lstStyle/>
          <a:p>
            <a:fld id="{1FBEC5AB-8BC2-4243-8CCA-86E8555E7DFD}" type="slidenum">
              <a:rPr lang="en-US" smtClean="0"/>
              <a:t>14</a:t>
            </a:fld>
            <a:endParaRPr lang="en-US"/>
          </a:p>
        </p:txBody>
      </p:sp>
    </p:spTree>
    <p:extLst>
      <p:ext uri="{BB962C8B-B14F-4D97-AF65-F5344CB8AC3E}">
        <p14:creationId xmlns:p14="http://schemas.microsoft.com/office/powerpoint/2010/main" val="20192124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B0E0F-86D9-1DCB-2B93-C7937C440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08C8C-4EA7-B211-A8AA-E7A8929B8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E0040-FB1B-0233-2CE0-1FD64EE87364}"/>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FB31D121-2071-F7DC-9D1D-4ED22CCD641B}"/>
              </a:ext>
            </a:extLst>
          </p:cNvPr>
          <p:cNvSpPr>
            <a:spLocks noGrp="1"/>
          </p:cNvSpPr>
          <p:nvPr>
            <p:ph type="sldNum" sz="quarter" idx="5"/>
          </p:nvPr>
        </p:nvSpPr>
        <p:spPr/>
        <p:txBody>
          <a:bodyPr/>
          <a:lstStyle/>
          <a:p>
            <a:fld id="{1FBEC5AB-8BC2-4243-8CCA-86E8555E7DFD}" type="slidenum">
              <a:rPr lang="en-US" smtClean="0"/>
              <a:t>15</a:t>
            </a:fld>
            <a:endParaRPr lang="en-US"/>
          </a:p>
        </p:txBody>
      </p:sp>
    </p:spTree>
    <p:extLst>
      <p:ext uri="{BB962C8B-B14F-4D97-AF65-F5344CB8AC3E}">
        <p14:creationId xmlns:p14="http://schemas.microsoft.com/office/powerpoint/2010/main" val="2701967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FA470-54D2-2C74-39BF-8DA941382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7DDCA0-EA74-655B-50B2-3FEC32F99F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03164F-B660-75E7-0377-3254DAB14F50}"/>
              </a:ext>
            </a:extLst>
          </p:cNvPr>
          <p:cNvSpPr>
            <a:spLocks noGrp="1"/>
          </p:cNvSpPr>
          <p:nvPr>
            <p:ph type="body" idx="1"/>
          </p:nvPr>
        </p:nvSpPr>
        <p:spPr/>
        <p:txBody>
          <a:bodyPr/>
          <a:lstStyle/>
          <a:p>
            <a:r>
              <a:rPr lang="en-US"/>
              <a:t>This slide provides detailed information about Minhaj Mohammed, a talented wicket keeper batsman. His jersey name is ABU ILHAN - 99. With a strong performance in domestic leagues, he is expected to attract attention at the auction, with a base price starting at $50,000 and a maximum price expectation of $150,000.</a:t>
            </a:r>
          </a:p>
        </p:txBody>
      </p:sp>
      <p:sp>
        <p:nvSpPr>
          <p:cNvPr id="4" name="Slide Number Placeholder 3">
            <a:extLst>
              <a:ext uri="{FF2B5EF4-FFF2-40B4-BE49-F238E27FC236}">
                <a16:creationId xmlns:a16="http://schemas.microsoft.com/office/drawing/2014/main" id="{68876473-D7DC-360D-2867-B7B3C0D1358E}"/>
              </a:ext>
            </a:extLst>
          </p:cNvPr>
          <p:cNvSpPr>
            <a:spLocks noGrp="1"/>
          </p:cNvSpPr>
          <p:nvPr>
            <p:ph type="sldNum" sz="quarter" idx="5"/>
          </p:nvPr>
        </p:nvSpPr>
        <p:spPr/>
        <p:txBody>
          <a:bodyPr/>
          <a:lstStyle/>
          <a:p>
            <a:fld id="{1FBEC5AB-8BC2-4243-8CCA-86E8555E7DFD}" type="slidenum">
              <a:rPr lang="en-US" smtClean="0"/>
              <a:t>16</a:t>
            </a:fld>
            <a:endParaRPr lang="en-US"/>
          </a:p>
        </p:txBody>
      </p:sp>
    </p:spTree>
    <p:extLst>
      <p:ext uri="{BB962C8B-B14F-4D97-AF65-F5344CB8AC3E}">
        <p14:creationId xmlns:p14="http://schemas.microsoft.com/office/powerpoint/2010/main" val="4282552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020EB4-F846-4232-97C8-0E4E72056D84}" type="datetimeFigureOut">
              <a:rPr lang="en-US" smtClean="0"/>
              <a:t>29-May-26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2800290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020EB4-F846-4232-97C8-0E4E72056D84}" type="datetimeFigureOut">
              <a:rPr lang="en-US" smtClean="0"/>
              <a:t>29-May-26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3439057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020EB4-F846-4232-97C8-0E4E72056D84}" type="datetimeFigureOut">
              <a:rPr lang="en-US" smtClean="0"/>
              <a:t>29-May-26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1665217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020EB4-F846-4232-97C8-0E4E72056D84}" type="datetimeFigureOut">
              <a:rPr lang="en-US" smtClean="0"/>
              <a:t>29-May-26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2881167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020EB4-F846-4232-97C8-0E4E72056D84}" type="datetimeFigureOut">
              <a:rPr lang="en-US" smtClean="0"/>
              <a:t>29-May-26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3366212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020EB4-F846-4232-97C8-0E4E72056D84}" type="datetimeFigureOut">
              <a:rPr lang="en-US" smtClean="0"/>
              <a:t>29-May-26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2965634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20EB4-F846-4232-97C8-0E4E72056D84}" type="datetimeFigureOut">
              <a:rPr lang="en-US" smtClean="0"/>
              <a:t>29-May-26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483777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020EB4-F846-4232-97C8-0E4E72056D84}" type="datetimeFigureOut">
              <a:rPr lang="en-US" smtClean="0"/>
              <a:t>29-May-26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3508526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62020EB4-F846-4232-97C8-0E4E72056D84}" type="datetimeFigureOut">
              <a:rPr lang="en-US" smtClean="0"/>
              <a:t>29-May-26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3878430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020EB4-F846-4232-97C8-0E4E72056D84}" type="datetimeFigureOut">
              <a:rPr lang="en-US" smtClean="0"/>
              <a:t>29-May-26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2251068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62020EB4-F846-4232-97C8-0E4E72056D84}" type="datetimeFigureOut">
              <a:rPr lang="en-US" smtClean="0"/>
              <a:t>29-May-26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41864946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62020EB4-F846-4232-97C8-0E4E72056D84}" type="datetimeFigureOut">
              <a:rPr lang="en-US" smtClean="0"/>
              <a:t>29-May-26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61139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020EB4-F846-4232-97C8-0E4E72056D84}" type="datetimeFigureOut">
              <a:rPr lang="en-US" smtClean="0"/>
              <a:t>29-May-26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8473838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020EB4-F846-4232-97C8-0E4E72056D84}" type="datetimeFigureOut">
              <a:rPr lang="en-US" smtClean="0"/>
              <a:t>29-May-26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AD4DB7-BB73-4AF1-BA4E-4ABDD92611BF}" type="slidenum">
              <a:rPr lang="en-US" smtClean="0"/>
              <a:t>‹#›</a:t>
            </a:fld>
            <a:endParaRPr lang="en-US"/>
          </a:p>
        </p:txBody>
      </p:sp>
    </p:spTree>
    <p:extLst>
      <p:ext uri="{BB962C8B-B14F-4D97-AF65-F5344CB8AC3E}">
        <p14:creationId xmlns:p14="http://schemas.microsoft.com/office/powerpoint/2010/main" val="2809649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62020EB4-F846-4232-97C8-0E4E72056D84}" type="datetimeFigureOut">
              <a:rPr lang="en-US" smtClean="0"/>
              <a:t>29-May-26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23AD4DB7-BB73-4AF1-BA4E-4ABDD92611BF}" type="slidenum">
              <a:rPr lang="en-US" smtClean="0"/>
              <a:t>‹#›</a:t>
            </a:fld>
            <a:endParaRPr lang="en-US"/>
          </a:p>
        </p:txBody>
      </p:sp>
    </p:spTree>
    <p:extLst>
      <p:ext uri="{BB962C8B-B14F-4D97-AF65-F5344CB8AC3E}">
        <p14:creationId xmlns:p14="http://schemas.microsoft.com/office/powerpoint/2010/main" val="4210178499"/>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notesSlide" Target="../notesSlides/notesSlide2.xml"/><Relationship Id="rId7" Type="http://schemas.openxmlformats.org/officeDocument/2006/relationships/diagramLayout" Target="../diagrams/layout1.xml"/><Relationship Id="rId2" Type="http://schemas.openxmlformats.org/officeDocument/2006/relationships/slideLayout" Target="../slideLayouts/slideLayout4.xml"/><Relationship Id="rId1" Type="http://schemas.openxmlformats.org/officeDocument/2006/relationships/themeOverride" Target="../theme/themeOverride1.xml"/><Relationship Id="rId6" Type="http://schemas.openxmlformats.org/officeDocument/2006/relationships/diagramData" Target="../diagrams/data1.xml"/><Relationship Id="rId5" Type="http://schemas.openxmlformats.org/officeDocument/2006/relationships/image" Target="../media/image2.jpg"/><Relationship Id="rId10" Type="http://schemas.microsoft.com/office/2007/relationships/diagramDrawing" Target="../diagrams/drawing1.xml"/><Relationship Id="rId4" Type="http://schemas.openxmlformats.org/officeDocument/2006/relationships/image" Target="../media/image3.jpeg"/><Relationship Id="rId9"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notesSlide" Target="../notesSlides/notesSlide3.xml"/><Relationship Id="rId7" Type="http://schemas.openxmlformats.org/officeDocument/2006/relationships/diagramLayout" Target="../diagrams/layout2.xml"/><Relationship Id="rId2" Type="http://schemas.openxmlformats.org/officeDocument/2006/relationships/slideLayout" Target="../slideLayouts/slideLayout4.xml"/><Relationship Id="rId1" Type="http://schemas.openxmlformats.org/officeDocument/2006/relationships/themeOverride" Target="../theme/themeOverride2.xml"/><Relationship Id="rId6" Type="http://schemas.openxmlformats.org/officeDocument/2006/relationships/diagramData" Target="../diagrams/data2.xml"/><Relationship Id="rId5" Type="http://schemas.openxmlformats.org/officeDocument/2006/relationships/image" Target="../media/image2.jpg"/><Relationship Id="rId10" Type="http://schemas.microsoft.com/office/2007/relationships/diagramDrawing" Target="../diagrams/drawing2.xml"/><Relationship Id="rId4" Type="http://schemas.openxmlformats.org/officeDocument/2006/relationships/image" Target="../media/image3.jpeg"/><Relationship Id="rId9" Type="http://schemas.openxmlformats.org/officeDocument/2006/relationships/diagramColors" Target="../diagrams/colors2.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notesSlide" Target="../notesSlides/notesSlide4.xml"/><Relationship Id="rId7" Type="http://schemas.openxmlformats.org/officeDocument/2006/relationships/diagramLayout" Target="../diagrams/layout3.xml"/><Relationship Id="rId2" Type="http://schemas.openxmlformats.org/officeDocument/2006/relationships/slideLayout" Target="../slideLayouts/slideLayout4.xml"/><Relationship Id="rId1" Type="http://schemas.openxmlformats.org/officeDocument/2006/relationships/themeOverride" Target="../theme/themeOverride3.xml"/><Relationship Id="rId6" Type="http://schemas.openxmlformats.org/officeDocument/2006/relationships/diagramData" Target="../diagrams/data3.xml"/><Relationship Id="rId5" Type="http://schemas.openxmlformats.org/officeDocument/2006/relationships/image" Target="../media/image2.jpg"/><Relationship Id="rId10" Type="http://schemas.microsoft.com/office/2007/relationships/diagramDrawing" Target="../diagrams/drawing3.xml"/><Relationship Id="rId4" Type="http://schemas.openxmlformats.org/officeDocument/2006/relationships/image" Target="../media/image3.jpeg"/><Relationship Id="rId9" Type="http://schemas.openxmlformats.org/officeDocument/2006/relationships/diagramColors" Target="../diagrams/colors3.xml"/></Relationships>
</file>

<file path=ppt/slides/_rels/slide5.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notesSlide" Target="../notesSlides/notesSlide5.xml"/><Relationship Id="rId7" Type="http://schemas.openxmlformats.org/officeDocument/2006/relationships/diagramLayout" Target="../diagrams/layout4.xml"/><Relationship Id="rId2" Type="http://schemas.openxmlformats.org/officeDocument/2006/relationships/slideLayout" Target="../slideLayouts/slideLayout4.xml"/><Relationship Id="rId1" Type="http://schemas.openxmlformats.org/officeDocument/2006/relationships/themeOverride" Target="../theme/themeOverride4.xml"/><Relationship Id="rId6" Type="http://schemas.openxmlformats.org/officeDocument/2006/relationships/diagramData" Target="../diagrams/data4.xml"/><Relationship Id="rId5" Type="http://schemas.openxmlformats.org/officeDocument/2006/relationships/image" Target="../media/image2.jpg"/><Relationship Id="rId10" Type="http://schemas.microsoft.com/office/2007/relationships/diagramDrawing" Target="../diagrams/drawing4.xml"/><Relationship Id="rId4" Type="http://schemas.openxmlformats.org/officeDocument/2006/relationships/image" Target="../media/image3.jpeg"/><Relationship Id="rId9" Type="http://schemas.openxmlformats.org/officeDocument/2006/relationships/diagramColors" Target="../diagrams/colors4.xml"/></Relationships>
</file>

<file path=ppt/slides/_rels/slide6.xml.rels><?xml version="1.0" encoding="UTF-8" standalone="yes"?>
<Relationships xmlns="http://schemas.openxmlformats.org/package/2006/relationships"><Relationship Id="rId8" Type="http://schemas.openxmlformats.org/officeDocument/2006/relationships/diagramQuickStyle" Target="../diagrams/quickStyle5.xml"/><Relationship Id="rId3" Type="http://schemas.openxmlformats.org/officeDocument/2006/relationships/notesSlide" Target="../notesSlides/notesSlide6.xml"/><Relationship Id="rId7" Type="http://schemas.openxmlformats.org/officeDocument/2006/relationships/diagramLayout" Target="../diagrams/layout5.xml"/><Relationship Id="rId2" Type="http://schemas.openxmlformats.org/officeDocument/2006/relationships/slideLayout" Target="../slideLayouts/slideLayout4.xml"/><Relationship Id="rId1" Type="http://schemas.openxmlformats.org/officeDocument/2006/relationships/themeOverride" Target="../theme/themeOverride5.xml"/><Relationship Id="rId6" Type="http://schemas.openxmlformats.org/officeDocument/2006/relationships/diagramData" Target="../diagrams/data5.xml"/><Relationship Id="rId5" Type="http://schemas.openxmlformats.org/officeDocument/2006/relationships/image" Target="../media/image2.jpg"/><Relationship Id="rId10" Type="http://schemas.microsoft.com/office/2007/relationships/diagramDrawing" Target="../diagrams/drawing5.xml"/><Relationship Id="rId4" Type="http://schemas.openxmlformats.org/officeDocument/2006/relationships/image" Target="../media/image3.jpeg"/><Relationship Id="rId9" Type="http://schemas.openxmlformats.org/officeDocument/2006/relationships/diagramColors" Target="../diagrams/colors5.xml"/></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notesSlide" Target="../notesSlides/notesSlide7.xml"/><Relationship Id="rId7" Type="http://schemas.openxmlformats.org/officeDocument/2006/relationships/diagramLayout" Target="../diagrams/layout6.xml"/><Relationship Id="rId2" Type="http://schemas.openxmlformats.org/officeDocument/2006/relationships/slideLayout" Target="../slideLayouts/slideLayout4.xml"/><Relationship Id="rId1" Type="http://schemas.openxmlformats.org/officeDocument/2006/relationships/themeOverride" Target="../theme/themeOverride6.xml"/><Relationship Id="rId6" Type="http://schemas.openxmlformats.org/officeDocument/2006/relationships/diagramData" Target="../diagrams/data6.xml"/><Relationship Id="rId5" Type="http://schemas.openxmlformats.org/officeDocument/2006/relationships/image" Target="../media/image2.jpg"/><Relationship Id="rId10" Type="http://schemas.microsoft.com/office/2007/relationships/diagramDrawing" Target="../diagrams/drawing6.xml"/><Relationship Id="rId4" Type="http://schemas.openxmlformats.org/officeDocument/2006/relationships/image" Target="../media/image3.jpeg"/><Relationship Id="rId9" Type="http://schemas.openxmlformats.org/officeDocument/2006/relationships/diagramColors" Target="../diagrams/colors6.xml"/></Relationships>
</file>

<file path=ppt/slides/_rels/slide8.xml.rels><?xml version="1.0" encoding="UTF-8" standalone="yes"?>
<Relationships xmlns="http://schemas.openxmlformats.org/package/2006/relationships"><Relationship Id="rId8" Type="http://schemas.openxmlformats.org/officeDocument/2006/relationships/diagramQuickStyle" Target="../diagrams/quickStyle7.xml"/><Relationship Id="rId3" Type="http://schemas.openxmlformats.org/officeDocument/2006/relationships/notesSlide" Target="../notesSlides/notesSlide8.xml"/><Relationship Id="rId7" Type="http://schemas.openxmlformats.org/officeDocument/2006/relationships/diagramLayout" Target="../diagrams/layout7.xml"/><Relationship Id="rId2" Type="http://schemas.openxmlformats.org/officeDocument/2006/relationships/slideLayout" Target="../slideLayouts/slideLayout4.xml"/><Relationship Id="rId1" Type="http://schemas.openxmlformats.org/officeDocument/2006/relationships/themeOverride" Target="../theme/themeOverride7.xml"/><Relationship Id="rId6" Type="http://schemas.openxmlformats.org/officeDocument/2006/relationships/diagramData" Target="../diagrams/data7.xml"/><Relationship Id="rId5" Type="http://schemas.openxmlformats.org/officeDocument/2006/relationships/image" Target="../media/image2.jpg"/><Relationship Id="rId10" Type="http://schemas.microsoft.com/office/2007/relationships/diagramDrawing" Target="../diagrams/drawing7.xml"/><Relationship Id="rId4" Type="http://schemas.openxmlformats.org/officeDocument/2006/relationships/image" Target="../media/image3.jpeg"/><Relationship Id="rId9" Type="http://schemas.openxmlformats.org/officeDocument/2006/relationships/diagramColors" Target="../diagrams/colors7.xml"/></Relationships>
</file>

<file path=ppt/slides/_rels/slide9.xml.rels><?xml version="1.0" encoding="UTF-8" standalone="yes"?>
<Relationships xmlns="http://schemas.openxmlformats.org/package/2006/relationships"><Relationship Id="rId8" Type="http://schemas.openxmlformats.org/officeDocument/2006/relationships/diagramQuickStyle" Target="../diagrams/quickStyle8.xml"/><Relationship Id="rId3" Type="http://schemas.openxmlformats.org/officeDocument/2006/relationships/notesSlide" Target="../notesSlides/notesSlide9.xml"/><Relationship Id="rId7" Type="http://schemas.openxmlformats.org/officeDocument/2006/relationships/diagramLayout" Target="../diagrams/layout8.xml"/><Relationship Id="rId2" Type="http://schemas.openxmlformats.org/officeDocument/2006/relationships/slideLayout" Target="../slideLayouts/slideLayout4.xml"/><Relationship Id="rId1" Type="http://schemas.openxmlformats.org/officeDocument/2006/relationships/themeOverride" Target="../theme/themeOverride8.xml"/><Relationship Id="rId6" Type="http://schemas.openxmlformats.org/officeDocument/2006/relationships/diagramData" Target="../diagrams/data8.xml"/><Relationship Id="rId5" Type="http://schemas.openxmlformats.org/officeDocument/2006/relationships/image" Target="../media/image2.jpg"/><Relationship Id="rId10" Type="http://schemas.microsoft.com/office/2007/relationships/diagramDrawing" Target="../diagrams/drawing8.xml"/><Relationship Id="rId4" Type="http://schemas.openxmlformats.org/officeDocument/2006/relationships/image" Target="../media/image3.jpeg"/><Relationship Id="rId9" Type="http://schemas.openxmlformats.org/officeDocument/2006/relationships/diagramColors" Target="../diagrams/colors8.xml"/></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9.xml"/><Relationship Id="rId3" Type="http://schemas.openxmlformats.org/officeDocument/2006/relationships/notesSlide" Target="../notesSlides/notesSlide10.xml"/><Relationship Id="rId7" Type="http://schemas.openxmlformats.org/officeDocument/2006/relationships/diagramLayout" Target="../diagrams/layout9.xml"/><Relationship Id="rId2" Type="http://schemas.openxmlformats.org/officeDocument/2006/relationships/slideLayout" Target="../slideLayouts/slideLayout4.xml"/><Relationship Id="rId1" Type="http://schemas.openxmlformats.org/officeDocument/2006/relationships/themeOverride" Target="../theme/themeOverride9.xml"/><Relationship Id="rId6" Type="http://schemas.openxmlformats.org/officeDocument/2006/relationships/diagramData" Target="../diagrams/data9.xml"/><Relationship Id="rId5" Type="http://schemas.openxmlformats.org/officeDocument/2006/relationships/image" Target="../media/image2.jpg"/><Relationship Id="rId10" Type="http://schemas.microsoft.com/office/2007/relationships/diagramDrawing" Target="../diagrams/drawing9.xml"/><Relationship Id="rId4" Type="http://schemas.openxmlformats.org/officeDocument/2006/relationships/image" Target="../media/image3.jpeg"/><Relationship Id="rId9" Type="http://schemas.openxmlformats.org/officeDocument/2006/relationships/diagramColors" Target="../diagrams/colors9.xml"/></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10.xml"/><Relationship Id="rId3" Type="http://schemas.openxmlformats.org/officeDocument/2006/relationships/notesSlide" Target="../notesSlides/notesSlide11.xml"/><Relationship Id="rId7" Type="http://schemas.openxmlformats.org/officeDocument/2006/relationships/diagramLayout" Target="../diagrams/layout10.xml"/><Relationship Id="rId2" Type="http://schemas.openxmlformats.org/officeDocument/2006/relationships/slideLayout" Target="../slideLayouts/slideLayout4.xml"/><Relationship Id="rId1" Type="http://schemas.openxmlformats.org/officeDocument/2006/relationships/themeOverride" Target="../theme/themeOverride10.xml"/><Relationship Id="rId6" Type="http://schemas.openxmlformats.org/officeDocument/2006/relationships/diagramData" Target="../diagrams/data10.xml"/><Relationship Id="rId5" Type="http://schemas.openxmlformats.org/officeDocument/2006/relationships/image" Target="../media/image2.jpg"/><Relationship Id="rId10" Type="http://schemas.microsoft.com/office/2007/relationships/diagramDrawing" Target="../diagrams/drawing10.xml"/><Relationship Id="rId4" Type="http://schemas.openxmlformats.org/officeDocument/2006/relationships/image" Target="../media/image3.jpeg"/><Relationship Id="rId9" Type="http://schemas.openxmlformats.org/officeDocument/2006/relationships/diagramColors" Target="../diagrams/colors10.xml"/></Relationships>
</file>

<file path=ppt/slides/_rels/slide12.xml.rels><?xml version="1.0" encoding="UTF-8" standalone="yes"?>
<Relationships xmlns="http://schemas.openxmlformats.org/package/2006/relationships"><Relationship Id="rId8" Type="http://schemas.openxmlformats.org/officeDocument/2006/relationships/diagramQuickStyle" Target="../diagrams/quickStyle11.xml"/><Relationship Id="rId3" Type="http://schemas.openxmlformats.org/officeDocument/2006/relationships/notesSlide" Target="../notesSlides/notesSlide12.xml"/><Relationship Id="rId7" Type="http://schemas.openxmlformats.org/officeDocument/2006/relationships/diagramLayout" Target="../diagrams/layout11.xml"/><Relationship Id="rId2" Type="http://schemas.openxmlformats.org/officeDocument/2006/relationships/slideLayout" Target="../slideLayouts/slideLayout4.xml"/><Relationship Id="rId1" Type="http://schemas.openxmlformats.org/officeDocument/2006/relationships/themeOverride" Target="../theme/themeOverride11.xml"/><Relationship Id="rId6" Type="http://schemas.openxmlformats.org/officeDocument/2006/relationships/diagramData" Target="../diagrams/data11.xml"/><Relationship Id="rId5" Type="http://schemas.openxmlformats.org/officeDocument/2006/relationships/image" Target="../media/image2.jpg"/><Relationship Id="rId10" Type="http://schemas.microsoft.com/office/2007/relationships/diagramDrawing" Target="../diagrams/drawing11.xml"/><Relationship Id="rId4" Type="http://schemas.openxmlformats.org/officeDocument/2006/relationships/image" Target="../media/image3.jpeg"/><Relationship Id="rId9" Type="http://schemas.openxmlformats.org/officeDocument/2006/relationships/diagramColors" Target="../diagrams/colors11.xml"/></Relationships>
</file>

<file path=ppt/slides/_rels/slide13.xml.rels><?xml version="1.0" encoding="UTF-8" standalone="yes"?>
<Relationships xmlns="http://schemas.openxmlformats.org/package/2006/relationships"><Relationship Id="rId8" Type="http://schemas.openxmlformats.org/officeDocument/2006/relationships/diagramQuickStyle" Target="../diagrams/quickStyle12.xml"/><Relationship Id="rId3" Type="http://schemas.openxmlformats.org/officeDocument/2006/relationships/notesSlide" Target="../notesSlides/notesSlide13.xml"/><Relationship Id="rId7" Type="http://schemas.openxmlformats.org/officeDocument/2006/relationships/diagramLayout" Target="../diagrams/layout12.xml"/><Relationship Id="rId2" Type="http://schemas.openxmlformats.org/officeDocument/2006/relationships/slideLayout" Target="../slideLayouts/slideLayout4.xml"/><Relationship Id="rId1" Type="http://schemas.openxmlformats.org/officeDocument/2006/relationships/themeOverride" Target="../theme/themeOverride12.xml"/><Relationship Id="rId6" Type="http://schemas.openxmlformats.org/officeDocument/2006/relationships/diagramData" Target="../diagrams/data12.xml"/><Relationship Id="rId5" Type="http://schemas.openxmlformats.org/officeDocument/2006/relationships/image" Target="../media/image2.jpg"/><Relationship Id="rId10" Type="http://schemas.microsoft.com/office/2007/relationships/diagramDrawing" Target="../diagrams/drawing12.xml"/><Relationship Id="rId4" Type="http://schemas.openxmlformats.org/officeDocument/2006/relationships/image" Target="../media/image3.jpeg"/><Relationship Id="rId9" Type="http://schemas.openxmlformats.org/officeDocument/2006/relationships/diagramColors" Target="../diagrams/colors12.xml"/></Relationships>
</file>

<file path=ppt/slides/_rels/slide14.xml.rels><?xml version="1.0" encoding="UTF-8" standalone="yes"?>
<Relationships xmlns="http://schemas.openxmlformats.org/package/2006/relationships"><Relationship Id="rId8" Type="http://schemas.openxmlformats.org/officeDocument/2006/relationships/diagramQuickStyle" Target="../diagrams/quickStyle13.xml"/><Relationship Id="rId3" Type="http://schemas.openxmlformats.org/officeDocument/2006/relationships/notesSlide" Target="../notesSlides/notesSlide14.xml"/><Relationship Id="rId7" Type="http://schemas.openxmlformats.org/officeDocument/2006/relationships/diagramLayout" Target="../diagrams/layout13.xml"/><Relationship Id="rId2" Type="http://schemas.openxmlformats.org/officeDocument/2006/relationships/slideLayout" Target="../slideLayouts/slideLayout4.xml"/><Relationship Id="rId1" Type="http://schemas.openxmlformats.org/officeDocument/2006/relationships/themeOverride" Target="../theme/themeOverride13.xml"/><Relationship Id="rId6" Type="http://schemas.openxmlformats.org/officeDocument/2006/relationships/diagramData" Target="../diagrams/data13.xml"/><Relationship Id="rId5" Type="http://schemas.openxmlformats.org/officeDocument/2006/relationships/image" Target="../media/image2.jpg"/><Relationship Id="rId10" Type="http://schemas.microsoft.com/office/2007/relationships/diagramDrawing" Target="../diagrams/drawing13.xml"/><Relationship Id="rId4" Type="http://schemas.openxmlformats.org/officeDocument/2006/relationships/image" Target="../media/image3.jpeg"/><Relationship Id="rId9" Type="http://schemas.openxmlformats.org/officeDocument/2006/relationships/diagramColors" Target="../diagrams/colors13.xml"/></Relationships>
</file>

<file path=ppt/slides/_rels/slide15.xml.rels><?xml version="1.0" encoding="UTF-8" standalone="yes"?>
<Relationships xmlns="http://schemas.openxmlformats.org/package/2006/relationships"><Relationship Id="rId8" Type="http://schemas.openxmlformats.org/officeDocument/2006/relationships/diagramQuickStyle" Target="../diagrams/quickStyle14.xml"/><Relationship Id="rId3" Type="http://schemas.openxmlformats.org/officeDocument/2006/relationships/notesSlide" Target="../notesSlides/notesSlide15.xml"/><Relationship Id="rId7" Type="http://schemas.openxmlformats.org/officeDocument/2006/relationships/diagramLayout" Target="../diagrams/layout14.xml"/><Relationship Id="rId2" Type="http://schemas.openxmlformats.org/officeDocument/2006/relationships/slideLayout" Target="../slideLayouts/slideLayout4.xml"/><Relationship Id="rId1" Type="http://schemas.openxmlformats.org/officeDocument/2006/relationships/themeOverride" Target="../theme/themeOverride14.xml"/><Relationship Id="rId6" Type="http://schemas.openxmlformats.org/officeDocument/2006/relationships/diagramData" Target="../diagrams/data14.xml"/><Relationship Id="rId5" Type="http://schemas.openxmlformats.org/officeDocument/2006/relationships/image" Target="../media/image2.jpg"/><Relationship Id="rId10" Type="http://schemas.microsoft.com/office/2007/relationships/diagramDrawing" Target="../diagrams/drawing14.xml"/><Relationship Id="rId4" Type="http://schemas.openxmlformats.org/officeDocument/2006/relationships/image" Target="../media/image3.jpeg"/><Relationship Id="rId9" Type="http://schemas.openxmlformats.org/officeDocument/2006/relationships/diagramColors" Target="../diagrams/colors14.xml"/></Relationships>
</file>

<file path=ppt/slides/_rels/slide16.xml.rels><?xml version="1.0" encoding="UTF-8" standalone="yes"?>
<Relationships xmlns="http://schemas.openxmlformats.org/package/2006/relationships"><Relationship Id="rId8" Type="http://schemas.openxmlformats.org/officeDocument/2006/relationships/diagramQuickStyle" Target="../diagrams/quickStyle15.xml"/><Relationship Id="rId3" Type="http://schemas.openxmlformats.org/officeDocument/2006/relationships/notesSlide" Target="../notesSlides/notesSlide16.xml"/><Relationship Id="rId7" Type="http://schemas.openxmlformats.org/officeDocument/2006/relationships/diagramLayout" Target="../diagrams/layout15.xml"/><Relationship Id="rId2" Type="http://schemas.openxmlformats.org/officeDocument/2006/relationships/slideLayout" Target="../slideLayouts/slideLayout4.xml"/><Relationship Id="rId1" Type="http://schemas.openxmlformats.org/officeDocument/2006/relationships/themeOverride" Target="../theme/themeOverride15.xml"/><Relationship Id="rId6" Type="http://schemas.openxmlformats.org/officeDocument/2006/relationships/diagramData" Target="../diagrams/data15.xml"/><Relationship Id="rId5" Type="http://schemas.openxmlformats.org/officeDocument/2006/relationships/image" Target="../media/image2.jpg"/><Relationship Id="rId10" Type="http://schemas.microsoft.com/office/2007/relationships/diagramDrawing" Target="../diagrams/drawing15.xml"/><Relationship Id="rId4" Type="http://schemas.openxmlformats.org/officeDocument/2006/relationships/image" Target="../media/image3.jpeg"/><Relationship Id="rId9" Type="http://schemas.openxmlformats.org/officeDocument/2006/relationships/diagramColors" Target="../diagrams/colors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1" name="Freeform 6">
            <a:extLst>
              <a:ext uri="{FF2B5EF4-FFF2-40B4-BE49-F238E27FC236}">
                <a16:creationId xmlns:a16="http://schemas.microsoft.com/office/drawing/2014/main" id="{E446B7E6-8568-417F-959E-DB3D1E7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735B7CB-48C1-B923-360E-C494CF42655B}"/>
              </a:ext>
            </a:extLst>
          </p:cNvPr>
          <p:cNvSpPr>
            <a:spLocks noGrp="1"/>
          </p:cNvSpPr>
          <p:nvPr>
            <p:ph type="title"/>
          </p:nvPr>
        </p:nvSpPr>
        <p:spPr>
          <a:xfrm>
            <a:off x="810001" y="639097"/>
            <a:ext cx="6446205" cy="3781101"/>
          </a:xfrm>
        </p:spPr>
        <p:txBody>
          <a:bodyPr vert="horz" lIns="91440" tIns="45720" rIns="91440" bIns="45720" rtlCol="0" anchor="b">
            <a:normAutofit/>
          </a:bodyPr>
          <a:lstStyle/>
          <a:p>
            <a:r>
              <a:rPr lang="en-US" sz="5400" dirty="0"/>
              <a:t>CRIC BUDDIES CLUB </a:t>
            </a:r>
            <a:br>
              <a:rPr lang="en-US" sz="5400" dirty="0"/>
            </a:br>
            <a:br>
              <a:rPr lang="en-US" sz="5400" dirty="0"/>
            </a:br>
            <a:r>
              <a:rPr lang="en-US" sz="5400" dirty="0"/>
              <a:t>AUCTION – 2025 </a:t>
            </a:r>
          </a:p>
        </p:txBody>
      </p:sp>
      <p:sp>
        <p:nvSpPr>
          <p:cNvPr id="4" name="Content Placeholder 3">
            <a:extLst>
              <a:ext uri="{FF2B5EF4-FFF2-40B4-BE49-F238E27FC236}">
                <a16:creationId xmlns:a16="http://schemas.microsoft.com/office/drawing/2014/main" id="{047A3FFD-4145-A936-FB12-912EEA733B93}"/>
              </a:ext>
            </a:extLst>
          </p:cNvPr>
          <p:cNvSpPr>
            <a:spLocks noGrp="1"/>
          </p:cNvSpPr>
          <p:nvPr>
            <p:ph sz="half" idx="2"/>
          </p:nvPr>
        </p:nvSpPr>
        <p:spPr>
          <a:xfrm>
            <a:off x="810001" y="5280847"/>
            <a:ext cx="6446205" cy="785656"/>
          </a:xfrm>
        </p:spPr>
        <p:txBody>
          <a:bodyPr vert="horz" lIns="91440" tIns="45720" rIns="91440" bIns="45720" rtlCol="0" anchor="t">
            <a:normAutofit/>
          </a:bodyPr>
          <a:lstStyle/>
          <a:p>
            <a:pPr marL="0" indent="0">
              <a:buNone/>
            </a:pPr>
            <a:r>
              <a:rPr lang="en-US"/>
              <a:t>TOURNAMENT 1 – SEASON 2025 </a:t>
            </a:r>
          </a:p>
        </p:txBody>
      </p:sp>
      <p:pic>
        <p:nvPicPr>
          <p:cNvPr id="8" name="Content Placeholder 7" descr="A logo with a picture of a cricket player hitting the ball with a bat&#10;&#10;AI-generated content may be incorrect.">
            <a:extLst>
              <a:ext uri="{FF2B5EF4-FFF2-40B4-BE49-F238E27FC236}">
                <a16:creationId xmlns:a16="http://schemas.microsoft.com/office/drawing/2014/main" id="{0C0BECD4-9BFF-18CC-6003-0498A2FAD9CE}"/>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8158" r="9394"/>
          <a:stretch>
            <a:fillRect/>
          </a:stretch>
        </p:blipFill>
        <p:spPr>
          <a:xfrm>
            <a:off x="7541342" y="10"/>
            <a:ext cx="4650658" cy="6857990"/>
          </a:xfrm>
          <a:prstGeom prst="rect">
            <a:avLst/>
          </a:prstGeom>
        </p:spPr>
      </p:pic>
    </p:spTree>
    <p:extLst>
      <p:ext uri="{BB962C8B-B14F-4D97-AF65-F5344CB8AC3E}">
        <p14:creationId xmlns:p14="http://schemas.microsoft.com/office/powerpoint/2010/main" val="209134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4B53B7F8-A490-FAF8-E4B2-B7EAA3B5F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202EB-3315-C721-9470-120C919F99DB}"/>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Afroze</a:t>
            </a:r>
          </a:p>
        </p:txBody>
      </p:sp>
      <p:pic>
        <p:nvPicPr>
          <p:cNvPr id="5" name="Content Placeholder 4">
            <a:extLst>
              <a:ext uri="{FF2B5EF4-FFF2-40B4-BE49-F238E27FC236}">
                <a16:creationId xmlns:a16="http://schemas.microsoft.com/office/drawing/2014/main" id="{20B42B7E-FC68-EC12-463E-C7487908AAD3}"/>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EBB0016C-6C1C-46BF-F36A-DFE9ADF17312}"/>
              </a:ext>
            </a:extLst>
          </p:cNvPr>
          <p:cNvGraphicFramePr>
            <a:graphicFrameLocks noGrp="1"/>
          </p:cNvGraphicFramePr>
          <p:nvPr>
            <p:ph sz="half" idx="2"/>
            <p:extLst>
              <p:ext uri="{D42A27DB-BD31-4B8C-83A1-F6EECF244321}">
                <p14:modId xmlns:p14="http://schemas.microsoft.com/office/powerpoint/2010/main" val="974637472"/>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513210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9A8F9020-B7EE-10F8-05EA-8393AF8CC6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BBF84-D573-B130-3591-150415ACAE6E}"/>
              </a:ext>
            </a:extLst>
          </p:cNvPr>
          <p:cNvSpPr>
            <a:spLocks noGrp="1"/>
          </p:cNvSpPr>
          <p:nvPr>
            <p:ph type="title"/>
          </p:nvPr>
        </p:nvSpPr>
        <p:spPr>
          <a:xfrm>
            <a:off x="4636006" y="0"/>
            <a:ext cx="7555994" cy="1100919"/>
          </a:xfrm>
        </p:spPr>
        <p:txBody>
          <a:bodyPr vert="horz" lIns="91440" tIns="45720" rIns="91440" bIns="45720" rtlCol="0" anchor="ctr">
            <a:normAutofit/>
          </a:bodyPr>
          <a:lstStyle/>
          <a:p>
            <a:pPr defTabSz="1422400">
              <a:lnSpc>
                <a:spcPct val="90000"/>
              </a:lnSpc>
              <a:spcAft>
                <a:spcPct val="35000"/>
              </a:spcAft>
            </a:pPr>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Riaz OG</a:t>
            </a:r>
          </a:p>
        </p:txBody>
      </p:sp>
      <p:pic>
        <p:nvPicPr>
          <p:cNvPr id="5" name="Content Placeholder 4">
            <a:extLst>
              <a:ext uri="{FF2B5EF4-FFF2-40B4-BE49-F238E27FC236}">
                <a16:creationId xmlns:a16="http://schemas.microsoft.com/office/drawing/2014/main" id="{FAAC67BF-B217-1D3A-00E4-4D634AF9FB9F}"/>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8BB5C7A8-485E-697D-8E2E-8181EA89AD56}"/>
              </a:ext>
            </a:extLst>
          </p:cNvPr>
          <p:cNvGraphicFramePr>
            <a:graphicFrameLocks noGrp="1"/>
          </p:cNvGraphicFramePr>
          <p:nvPr>
            <p:ph sz="half" idx="2"/>
            <p:extLst>
              <p:ext uri="{D42A27DB-BD31-4B8C-83A1-F6EECF244321}">
                <p14:modId xmlns:p14="http://schemas.microsoft.com/office/powerpoint/2010/main" val="2388165554"/>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937823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93AD2C83-7F59-605A-13EA-157DCCDF2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13E26-6E3D-1254-FC03-DECC1A6D2CB5}"/>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JABIR</a:t>
            </a:r>
          </a:p>
        </p:txBody>
      </p:sp>
      <p:pic>
        <p:nvPicPr>
          <p:cNvPr id="5" name="Content Placeholder 4">
            <a:extLst>
              <a:ext uri="{FF2B5EF4-FFF2-40B4-BE49-F238E27FC236}">
                <a16:creationId xmlns:a16="http://schemas.microsoft.com/office/drawing/2014/main" id="{ACA618B6-3341-EA71-86C3-EB60D7B60AC7}"/>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1E3F7B0B-B429-1EB2-FC4C-6058BBBD99C6}"/>
              </a:ext>
            </a:extLst>
          </p:cNvPr>
          <p:cNvGraphicFramePr>
            <a:graphicFrameLocks noGrp="1"/>
          </p:cNvGraphicFramePr>
          <p:nvPr>
            <p:ph sz="half" idx="2"/>
            <p:extLst>
              <p:ext uri="{D42A27DB-BD31-4B8C-83A1-F6EECF244321}">
                <p14:modId xmlns:p14="http://schemas.microsoft.com/office/powerpoint/2010/main" val="217785892"/>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516905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996A3816-21E2-898C-B415-F66CF118C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3979D-B443-1480-598B-7546ED87C357}"/>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Sami Siddiqui </a:t>
            </a:r>
          </a:p>
        </p:txBody>
      </p:sp>
      <p:pic>
        <p:nvPicPr>
          <p:cNvPr id="5" name="Content Placeholder 4">
            <a:extLst>
              <a:ext uri="{FF2B5EF4-FFF2-40B4-BE49-F238E27FC236}">
                <a16:creationId xmlns:a16="http://schemas.microsoft.com/office/drawing/2014/main" id="{E0CA67D0-8BE8-7C03-95B2-EF64BD7788AC}"/>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3BEA5A25-C5DC-08C4-3960-51EDCD0874A2}"/>
              </a:ext>
            </a:extLst>
          </p:cNvPr>
          <p:cNvGraphicFramePr>
            <a:graphicFrameLocks noGrp="1"/>
          </p:cNvGraphicFramePr>
          <p:nvPr>
            <p:ph sz="half" idx="2"/>
            <p:extLst>
              <p:ext uri="{D42A27DB-BD31-4B8C-83A1-F6EECF244321}">
                <p14:modId xmlns:p14="http://schemas.microsoft.com/office/powerpoint/2010/main" val="4233383174"/>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272833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03CCA33E-F845-44FB-2FF5-2AB085F128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2192A-F44A-B22D-D342-2E207DAC9241}"/>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Aleem</a:t>
            </a:r>
          </a:p>
        </p:txBody>
      </p:sp>
      <p:pic>
        <p:nvPicPr>
          <p:cNvPr id="5" name="Content Placeholder 4">
            <a:extLst>
              <a:ext uri="{FF2B5EF4-FFF2-40B4-BE49-F238E27FC236}">
                <a16:creationId xmlns:a16="http://schemas.microsoft.com/office/drawing/2014/main" id="{7BBA63F4-8FC8-5EA4-D404-EEF18675FB82}"/>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A757B72A-4E6E-6F81-41A9-3878CFEF1834}"/>
              </a:ext>
            </a:extLst>
          </p:cNvPr>
          <p:cNvGraphicFramePr>
            <a:graphicFrameLocks noGrp="1"/>
          </p:cNvGraphicFramePr>
          <p:nvPr>
            <p:ph sz="half" idx="2"/>
            <p:extLst>
              <p:ext uri="{D42A27DB-BD31-4B8C-83A1-F6EECF244321}">
                <p14:modId xmlns:p14="http://schemas.microsoft.com/office/powerpoint/2010/main" val="1775315666"/>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052573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1AB9D2A0-142A-62E6-0B28-8A1FFD2CC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51150-602F-74C2-5B7E-F628CB1D069F}"/>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ADIL</a:t>
            </a:r>
          </a:p>
        </p:txBody>
      </p:sp>
      <p:pic>
        <p:nvPicPr>
          <p:cNvPr id="5" name="Content Placeholder 4">
            <a:extLst>
              <a:ext uri="{FF2B5EF4-FFF2-40B4-BE49-F238E27FC236}">
                <a16:creationId xmlns:a16="http://schemas.microsoft.com/office/drawing/2014/main" id="{63B403A9-DAF2-F029-E298-D50BB49C230F}"/>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B030DAAE-2DC9-8A94-3CA4-D6864913F6DB}"/>
              </a:ext>
            </a:extLst>
          </p:cNvPr>
          <p:cNvGraphicFramePr>
            <a:graphicFrameLocks noGrp="1"/>
          </p:cNvGraphicFramePr>
          <p:nvPr>
            <p:ph sz="half" idx="2"/>
            <p:extLst>
              <p:ext uri="{D42A27DB-BD31-4B8C-83A1-F6EECF244321}">
                <p14:modId xmlns:p14="http://schemas.microsoft.com/office/powerpoint/2010/main" val="3045917984"/>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576489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F792C227-2105-96AA-9AC2-11CD7F52F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9360E-DC90-CB86-987F-D5AA13510C68}"/>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err="1">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Muqtader</a:t>
            </a:r>
            <a:endPar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endParaRPr>
          </a:p>
        </p:txBody>
      </p:sp>
      <p:pic>
        <p:nvPicPr>
          <p:cNvPr id="5" name="Content Placeholder 4">
            <a:extLst>
              <a:ext uri="{FF2B5EF4-FFF2-40B4-BE49-F238E27FC236}">
                <a16:creationId xmlns:a16="http://schemas.microsoft.com/office/drawing/2014/main" id="{7131445D-B68D-86AD-1D06-A130F429D402}"/>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89BFF9BF-D8EB-CE20-5ACE-827C655DBB83}"/>
              </a:ext>
            </a:extLst>
          </p:cNvPr>
          <p:cNvGraphicFramePr>
            <a:graphicFrameLocks noGrp="1"/>
          </p:cNvGraphicFramePr>
          <p:nvPr>
            <p:ph sz="half" idx="2"/>
            <p:extLst>
              <p:ext uri="{D42A27DB-BD31-4B8C-83A1-F6EECF244321}">
                <p14:modId xmlns:p14="http://schemas.microsoft.com/office/powerpoint/2010/main" val="114847812"/>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899846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D420B8B5-8A1D-120A-AD14-37AA795750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1045E-95C6-3702-D25F-C058B99151BC}"/>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NUMAN</a:t>
            </a:r>
          </a:p>
        </p:txBody>
      </p:sp>
      <p:pic>
        <p:nvPicPr>
          <p:cNvPr id="5" name="Content Placeholder 4">
            <a:extLst>
              <a:ext uri="{FF2B5EF4-FFF2-40B4-BE49-F238E27FC236}">
                <a16:creationId xmlns:a16="http://schemas.microsoft.com/office/drawing/2014/main" id="{0BA75245-65B3-9F34-8286-46344E7C4018}"/>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7E6974BB-353C-8F07-048B-377B17867876}"/>
              </a:ext>
            </a:extLst>
          </p:cNvPr>
          <p:cNvGraphicFramePr>
            <a:graphicFrameLocks noGrp="1"/>
          </p:cNvGraphicFramePr>
          <p:nvPr>
            <p:ph sz="half" idx="2"/>
            <p:extLst>
              <p:ext uri="{D42A27DB-BD31-4B8C-83A1-F6EECF244321}">
                <p14:modId xmlns:p14="http://schemas.microsoft.com/office/powerpoint/2010/main" val="1889854170"/>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873500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3250EA43-2F28-CA5E-B509-7752A0542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F62FE-653A-95EE-415D-E23F0787A9A3}"/>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FARHAN ASIF</a:t>
            </a:r>
          </a:p>
        </p:txBody>
      </p:sp>
      <p:pic>
        <p:nvPicPr>
          <p:cNvPr id="5" name="Content Placeholder 4">
            <a:extLst>
              <a:ext uri="{FF2B5EF4-FFF2-40B4-BE49-F238E27FC236}">
                <a16:creationId xmlns:a16="http://schemas.microsoft.com/office/drawing/2014/main" id="{A435BA4C-32F4-F41C-33C5-659550FBB499}"/>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342554D4-79F1-0D23-6424-6432FF63184F}"/>
              </a:ext>
            </a:extLst>
          </p:cNvPr>
          <p:cNvGraphicFramePr>
            <a:graphicFrameLocks noGrp="1"/>
          </p:cNvGraphicFramePr>
          <p:nvPr>
            <p:ph sz="half" idx="2"/>
            <p:extLst>
              <p:ext uri="{D42A27DB-BD31-4B8C-83A1-F6EECF244321}">
                <p14:modId xmlns:p14="http://schemas.microsoft.com/office/powerpoint/2010/main" val="3828895699"/>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390663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49678D8B-036B-047B-17D0-A6515400F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7D057-CD43-ACFF-3D45-700E89772D6D}"/>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AHSAN</a:t>
            </a:r>
          </a:p>
        </p:txBody>
      </p:sp>
      <p:pic>
        <p:nvPicPr>
          <p:cNvPr id="5" name="Content Placeholder 4">
            <a:extLst>
              <a:ext uri="{FF2B5EF4-FFF2-40B4-BE49-F238E27FC236}">
                <a16:creationId xmlns:a16="http://schemas.microsoft.com/office/drawing/2014/main" id="{8F6757A8-F626-86E7-EB19-D8AC3FCED0C8}"/>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CE696705-C2C5-898C-EA20-5ECE165FCB75}"/>
              </a:ext>
            </a:extLst>
          </p:cNvPr>
          <p:cNvGraphicFramePr>
            <a:graphicFrameLocks noGrp="1"/>
          </p:cNvGraphicFramePr>
          <p:nvPr>
            <p:ph sz="half" idx="2"/>
            <p:extLst>
              <p:ext uri="{D42A27DB-BD31-4B8C-83A1-F6EECF244321}">
                <p14:modId xmlns:p14="http://schemas.microsoft.com/office/powerpoint/2010/main" val="2924949971"/>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641635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174C769E-FAD7-C505-637C-0C3BAD3DCE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71D47-4D60-40E9-EAE6-B7625277065F}"/>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RAHMAT</a:t>
            </a:r>
          </a:p>
        </p:txBody>
      </p:sp>
      <p:pic>
        <p:nvPicPr>
          <p:cNvPr id="5" name="Content Placeholder 4">
            <a:extLst>
              <a:ext uri="{FF2B5EF4-FFF2-40B4-BE49-F238E27FC236}">
                <a16:creationId xmlns:a16="http://schemas.microsoft.com/office/drawing/2014/main" id="{7F9202B7-6E70-5B94-E59F-871A528E4988}"/>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C5A84444-41A8-39BC-D7B1-D97BA913A745}"/>
              </a:ext>
            </a:extLst>
          </p:cNvPr>
          <p:cNvGraphicFramePr>
            <a:graphicFrameLocks noGrp="1"/>
          </p:cNvGraphicFramePr>
          <p:nvPr>
            <p:ph sz="half" idx="2"/>
            <p:extLst>
              <p:ext uri="{D42A27DB-BD31-4B8C-83A1-F6EECF244321}">
                <p14:modId xmlns:p14="http://schemas.microsoft.com/office/powerpoint/2010/main" val="1594338378"/>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426871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AB4E1DBD-CBE3-DD2C-C6DD-8963B73EC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7615F-65D9-D124-3D43-0813EC4ADCCF}"/>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Mukarram</a:t>
            </a:r>
          </a:p>
        </p:txBody>
      </p:sp>
      <p:pic>
        <p:nvPicPr>
          <p:cNvPr id="5" name="Content Placeholder 4">
            <a:extLst>
              <a:ext uri="{FF2B5EF4-FFF2-40B4-BE49-F238E27FC236}">
                <a16:creationId xmlns:a16="http://schemas.microsoft.com/office/drawing/2014/main" id="{54A570A6-9290-B10F-3A9E-664A54D72CC0}"/>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7030F9A5-9522-65C7-CE1B-AB70C66D3E37}"/>
              </a:ext>
            </a:extLst>
          </p:cNvPr>
          <p:cNvGraphicFramePr>
            <a:graphicFrameLocks noGrp="1"/>
          </p:cNvGraphicFramePr>
          <p:nvPr>
            <p:ph sz="half" idx="2"/>
            <p:extLst>
              <p:ext uri="{D42A27DB-BD31-4B8C-83A1-F6EECF244321}">
                <p14:modId xmlns:p14="http://schemas.microsoft.com/office/powerpoint/2010/main" val="2099181128"/>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170836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4DA15C9C-0E34-BA7B-AD87-B512CC2FDB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D5B96-8879-16E6-6B27-2E1BA0DCA50A}"/>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KHALID LALA</a:t>
            </a:r>
          </a:p>
        </p:txBody>
      </p:sp>
      <p:pic>
        <p:nvPicPr>
          <p:cNvPr id="5" name="Content Placeholder 4">
            <a:extLst>
              <a:ext uri="{FF2B5EF4-FFF2-40B4-BE49-F238E27FC236}">
                <a16:creationId xmlns:a16="http://schemas.microsoft.com/office/drawing/2014/main" id="{304C1756-30C5-0DD9-E1FF-3FDA78A86D24}"/>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081133DC-4B0D-B311-0263-DB34F539DE8D}"/>
              </a:ext>
            </a:extLst>
          </p:cNvPr>
          <p:cNvGraphicFramePr>
            <a:graphicFrameLocks noGrp="1"/>
          </p:cNvGraphicFramePr>
          <p:nvPr>
            <p:ph sz="half" idx="2"/>
            <p:extLst>
              <p:ext uri="{D42A27DB-BD31-4B8C-83A1-F6EECF244321}">
                <p14:modId xmlns:p14="http://schemas.microsoft.com/office/powerpoint/2010/main" val="1523276414"/>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523928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630EE2CD-4FB1-08E9-62E0-EBDE603B9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92640-E4CA-C51D-AF98-67600A6DAB42}"/>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ABDUL</a:t>
            </a:r>
          </a:p>
        </p:txBody>
      </p:sp>
      <p:pic>
        <p:nvPicPr>
          <p:cNvPr id="5" name="Content Placeholder 4">
            <a:extLst>
              <a:ext uri="{FF2B5EF4-FFF2-40B4-BE49-F238E27FC236}">
                <a16:creationId xmlns:a16="http://schemas.microsoft.com/office/drawing/2014/main" id="{E298E9F0-9DAD-60B4-999E-CC1A97B664D2}"/>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18FD522D-BE28-B823-C6FC-A2FF548D9425}"/>
              </a:ext>
            </a:extLst>
          </p:cNvPr>
          <p:cNvGraphicFramePr>
            <a:graphicFrameLocks noGrp="1"/>
          </p:cNvGraphicFramePr>
          <p:nvPr>
            <p:ph sz="half" idx="2"/>
            <p:extLst>
              <p:ext uri="{D42A27DB-BD31-4B8C-83A1-F6EECF244321}">
                <p14:modId xmlns:p14="http://schemas.microsoft.com/office/powerpoint/2010/main" val="1245133778"/>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295762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DE26A6EB-4CA8-1BDD-B83B-073BE10B6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FCA74-376D-66CC-FEBF-387B4846848E}"/>
              </a:ext>
            </a:extLst>
          </p:cNvPr>
          <p:cNvSpPr>
            <a:spLocks noGrp="1"/>
          </p:cNvSpPr>
          <p:nvPr>
            <p:ph type="title"/>
          </p:nvPr>
        </p:nvSpPr>
        <p:spPr>
          <a:xfrm>
            <a:off x="4636006" y="0"/>
            <a:ext cx="7555994" cy="1100919"/>
          </a:xfrm>
        </p:spPr>
        <p:txBody>
          <a:bodyPr vert="horz" lIns="91440" tIns="45720" rIns="91440" bIns="45720" rtlCol="0" anchor="ctr">
            <a:normAutofit/>
          </a:bodyPr>
          <a:lstStyle/>
          <a:p>
            <a:r>
              <a:rPr lang="en-US" sz="6000" dirty="0">
                <a:ln>
                  <a:solidFill>
                    <a:prstClr val="black"/>
                  </a:solidFill>
                </a:ln>
                <a:solidFill>
                  <a:prstClr val="white"/>
                </a:solidFill>
                <a:effectLst>
                  <a:glow rad="63500">
                    <a:srgbClr val="B58B80">
                      <a:satMod val="175000"/>
                      <a:alpha val="40000"/>
                    </a:srgbClr>
                  </a:glow>
                </a:effectLst>
                <a:latin typeface="Century Gothic" panose="020B0502020202020204"/>
                <a:ea typeface="+mn-ea"/>
                <a:cs typeface="+mn-cs"/>
              </a:rPr>
              <a:t>RIAZ PATHAN </a:t>
            </a:r>
          </a:p>
        </p:txBody>
      </p:sp>
      <p:pic>
        <p:nvPicPr>
          <p:cNvPr id="5" name="Content Placeholder 4">
            <a:extLst>
              <a:ext uri="{FF2B5EF4-FFF2-40B4-BE49-F238E27FC236}">
                <a16:creationId xmlns:a16="http://schemas.microsoft.com/office/drawing/2014/main" id="{4D1C8776-72D4-D701-60B8-F31B1ADDCB4D}"/>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8887" r="8887"/>
          <a:stretch/>
        </p:blipFill>
        <p:spPr>
          <a:xfrm>
            <a:off x="20" y="10"/>
            <a:ext cx="4635987" cy="6857990"/>
          </a:xfrm>
          <a:prstGeom prst="rect">
            <a:avLst/>
          </a:prstGeom>
        </p:spPr>
      </p:pic>
      <p:graphicFrame>
        <p:nvGraphicFramePr>
          <p:cNvPr id="7" name="Content Placeholder 3">
            <a:extLst>
              <a:ext uri="{FF2B5EF4-FFF2-40B4-BE49-F238E27FC236}">
                <a16:creationId xmlns:a16="http://schemas.microsoft.com/office/drawing/2014/main" id="{95DA4392-BE41-3345-8A8E-31B48CD93F1B}"/>
              </a:ext>
            </a:extLst>
          </p:cNvPr>
          <p:cNvGraphicFramePr>
            <a:graphicFrameLocks noGrp="1"/>
          </p:cNvGraphicFramePr>
          <p:nvPr>
            <p:ph sz="half" idx="2"/>
            <p:extLst>
              <p:ext uri="{D42A27DB-BD31-4B8C-83A1-F6EECF244321}">
                <p14:modId xmlns:p14="http://schemas.microsoft.com/office/powerpoint/2010/main" val="3241066608"/>
              </p:ext>
            </p:extLst>
          </p:nvPr>
        </p:nvGraphicFramePr>
        <p:xfrm>
          <a:off x="4703929" y="1942531"/>
          <a:ext cx="7201560" cy="46914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0562197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3.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4.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5.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6.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7.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8.xml><?xml version="1.0" encoding="utf-8"?>
<a:themeOverride xmlns:a="http://schemas.openxmlformats.org/drawingml/2006/main">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9.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10.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11.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1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13.xml><?xml version="1.0" encoding="utf-8"?>
<a:themeOverride xmlns:a="http://schemas.openxmlformats.org/drawingml/2006/main">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14.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15.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TM03457503[[fn=Quotable]]</Template>
  <TotalTime>1028</TotalTime>
  <Words>1408</Words>
  <Application>Microsoft Office PowerPoint</Application>
  <PresentationFormat>Widescreen</PresentationFormat>
  <Paragraphs>123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Century Gothic</vt:lpstr>
      <vt:lpstr>Wingdings 2</vt:lpstr>
      <vt:lpstr>Quotable</vt:lpstr>
      <vt:lpstr>CRIC BUDDIES CLUB   AUCTION – 2025 </vt:lpstr>
      <vt:lpstr>Afroze</vt:lpstr>
      <vt:lpstr>Riaz OG</vt:lpstr>
      <vt:lpstr>JABIR</vt:lpstr>
      <vt:lpstr>Sami Siddiqui </vt:lpstr>
      <vt:lpstr>Aleem</vt:lpstr>
      <vt:lpstr>ADIL</vt:lpstr>
      <vt:lpstr>Muqtader</vt:lpstr>
      <vt:lpstr>NUMAN</vt:lpstr>
      <vt:lpstr>FARHAN ASIF</vt:lpstr>
      <vt:lpstr>AHSAN</vt:lpstr>
      <vt:lpstr>RAHMAT</vt:lpstr>
      <vt:lpstr>Mukarram</vt:lpstr>
      <vt:lpstr>KHALID LALA</vt:lpstr>
      <vt:lpstr>ABDUL</vt:lpstr>
      <vt:lpstr>RIAZ PATHAN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Minhaj Mohammed</dc:creator>
  <cp:lastModifiedBy>Minhaj Mohammed</cp:lastModifiedBy>
  <cp:revision>22</cp:revision>
  <dcterms:created xsi:type="dcterms:W3CDTF">2025-06-13T21:10:37Z</dcterms:created>
  <dcterms:modified xsi:type="dcterms:W3CDTF">2026-05-29T17:35:02Z</dcterms:modified>
</cp:coreProperties>
</file>