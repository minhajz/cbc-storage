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414223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2743200"/>
            <a:ext cx="274320" cy="411480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entury Gothic"/>
              </a:rPr>
              <a:t>CRIC BUDDIES 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49100"/>
                </a:solidFill>
                <a:latin typeface="Century Gothic"/>
              </a:rPr>
              <a:t>AUCTION –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BEFF9"/>
                </a:solidFill>
                <a:latin typeface="Century Gothic"/>
              </a:rPr>
              <a:t>TOURNAMENT 1  ·  SEASON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9DD9"/>
                </a:solidFill>
                <a:latin typeface="Century Gothic"/>
              </a:rPr>
              <a:t>  45 PLAYERS  ·  11 ROUNDS  ·  5 CATEGORIES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  <a:latin typeface="Century Gothic"/>
              </a:rPr>
              <a:t>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1148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entury Gothic"/>
              </a:rPr>
              <a:t>C B 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BEFF9"/>
                </a:solidFill>
                <a:latin typeface="Century Gothic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9100"/>
                </a:solidFill>
                <a:latin typeface="Century Gothic"/>
              </a:rPr>
              <a:t>9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entury Gothic"/>
              </a:rPr>
              <a:t>SAMI SIDDIQUI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AMJAD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UBAID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ABRAR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IMRAN KHAN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RIAZ OG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MUQTADAR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₹75,000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SALMAN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₹75,000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ALEEM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BEFF9"/>
                </a:solidFill>
                <a:latin typeface="Century Gothic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9100"/>
                </a:solidFill>
                <a:latin typeface="Century Gothic"/>
              </a:rPr>
              <a:t>12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AJJU MERAJ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₹230,000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HASHIM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AAMER KHAN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₹125,000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₹205,000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₹165,000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₹125,000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JUNAID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₹85,000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₹85,000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FAIZUDDIN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FARHAN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ADIL MD.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ZAIN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₹130,000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₹210,000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₹170,000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ABDUL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₹145,000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₹185,000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₹145,000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AHSAN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₹215,000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₹175,000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HASAN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₹145,000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₹225,000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₹185,000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₹145,000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MASROOR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₹230,000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BEFF9"/>
                </a:solidFill>
                <a:latin typeface="Century Gothic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9100"/>
                </a:solidFill>
                <a:latin typeface="Century Gothic"/>
              </a:rPr>
              <a:t>12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JABIR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JUNAID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₹170,000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₹170,000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IMRAN KHAJA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₹155,000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₹155,000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ASHRAF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₹245,000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MEHBOOB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₹245,000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SADEEN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ADIL MANGA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₹160,000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₹240,000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₹160,000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AYUB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₹260,000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SAMI UDDIN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MUZAFFAR 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₹185,000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₹185,000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ATIF MD.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₹205,000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₹285,000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₹205,000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ASIF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₹200,000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₹280,000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BEFF9"/>
                </a:solidFill>
                <a:latin typeface="Century Gothic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9100"/>
                </a:solidFill>
                <a:latin typeface="Century Gothic"/>
              </a:rPr>
              <a:t>8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YOUSUF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₹355,000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MUJJU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MUDASSIR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₹355,000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SHAKEEL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₹355,000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₹295,000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KHALID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₹270,000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₹390,000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₹270,000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MERAJ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₹230,000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₹290,000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WAJID ALI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₹370,000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WAJID MOIN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3017520" cy="50292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646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7406D"/>
                </a:solidFill>
                <a:latin typeface="Century Gothic"/>
              </a:rPr>
              <a:t>✓ DEFAULT: TEAM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₹245,000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₹365,000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₹305,000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758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758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₹245,000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entury Gothic"/>
              </a:rPr>
              <a:t>HEAVYWEIGHTS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9100"/>
                </a:solidFill>
                <a:latin typeface="Century Gothic"/>
              </a:rPr>
              <a:t>4 PLAYERS IN THIS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RAHMAT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₹510,000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₹350,000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entury Gothic"/>
              </a:rPr>
              <a:t>RIAZ AHMED (GOAT)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₹360,000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₹520,000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₹360,000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ZIKRAN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₹330,000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₹490,000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₹330,000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28600"/>
            <a:ext cx="109728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SHAHZOR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3474720" cy="54864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160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48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87552"/>
            <a:ext cx="6858000" cy="36576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6128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6128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₹340,000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6420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6420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6712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6712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49100"/>
                </a:solidFill>
                <a:latin typeface="Century Gothic"/>
              </a:rPr>
              <a:t>₹500,000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7004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7004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72968"/>
            <a:ext cx="3319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72968"/>
            <a:ext cx="3429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entury Gothic"/>
              </a:rPr>
              <a:t>₹420,000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1480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14800"/>
            <a:ext cx="73152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0624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1772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49100"/>
                </a:solidFill>
                <a:latin typeface="Century Gothic"/>
              </a:rPr>
              <a:t>₹340,000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entury Gothic"/>
              </a:rPr>
              <a:t>GAME-CHANGERS (STAGE 1)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1457432" cy="36576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11457432" cy="41148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86968"/>
            <a:ext cx="3108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886968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0759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07592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5331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Sami Siddiqui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5331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3736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37360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78308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Amjad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78308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16712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167128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1284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Ubaid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1284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59689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596896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4261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Abrar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₹50,000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426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2666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26664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7238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Imran Khan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₹60,000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07238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5643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56432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0215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Riaz OG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₹25,000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₹65,000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0215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88620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886200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3192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Muqtadar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3192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1596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15968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616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Salman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₹35,000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₹55,000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616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4573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45736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7914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Aleem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₹2,500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₹65,000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₹45,000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7914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7914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7914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entury Gothic"/>
              </a:rPr>
              <a:t>GAME-CHANGERS (STAGE 2)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1457432" cy="36576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11457432" cy="41148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86968"/>
            <a:ext cx="3108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886968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0759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07592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5331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Ajju Meraj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₹230,000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₹190,000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5331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3736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37360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78308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Hashim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₹85,000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₹165,000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₹125,000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78308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16712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16712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1284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Aamer Khan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₹125,000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₹165,000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1284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59689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59689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4261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Junaid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₹85,000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₹125,000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426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2666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26664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7238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Faizuddin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₹180,000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07238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5643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56432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0215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Farhan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₹180,000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0215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88620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886200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3192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3192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1596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1596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616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Zain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₹130,000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₹210,000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₹170,000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616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4573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4573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7914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Abdul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₹145,000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₹225,000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₹185,000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7914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7914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7914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517550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5175504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52212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Ahsan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1188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₹135,000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98932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₹215,000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7804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₹175,000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6760" y="52212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52212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52760" y="52212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60527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5760" y="5605272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11480" y="56509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Hasan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1188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₹145,000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060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932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₹225,000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7804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₹185,000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66760" y="56509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38360" y="56509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52760" y="56509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603504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65760" y="6035040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11480" y="60807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Masroor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1188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₹150,000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932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₹230,000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7804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₹190,000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07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38360" y="60807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652760" y="60807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entury Gothic"/>
              </a:rPr>
              <a:t>SPECIALISTS   (STAGE 1)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1457432" cy="36576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11457432" cy="41148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86968"/>
            <a:ext cx="3108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886968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0759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07592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5331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Jabir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₹260,000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5331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3736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37360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78308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Junaid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₹170,000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₹210,000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78308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16712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16712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1284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Imran Khaja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₹155,000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₹235,000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1284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59689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59689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4261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Ashraf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₹245,000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426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2666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26664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7238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Mehboob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₹165,000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₹245,000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07238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5643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56432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0215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Sadeen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₹185,000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₹265,000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0215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88620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886200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3192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3192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1596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1596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616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Ayub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₹260,000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616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4573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4573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7914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Sami Uddin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₹180,000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₹260,000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7914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₹220,000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7914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7914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7914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517550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5175504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52212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Muzaffar 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1188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₹185,000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98932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₹265,000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78040" y="52212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₹225,000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6760" y="52212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52212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52760" y="52212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60527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5760" y="5605272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11480" y="56509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Atif Md.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1188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₹205,000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060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932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₹285,000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78040" y="56509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₹245,000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66760" y="56509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38360" y="56509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52760" y="56509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603504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65760" y="6035040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11480" y="60807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Asif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1188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₹200,000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₹5,000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932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₹280,000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78040" y="60807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₹240,000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07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₹20,000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38360" y="60807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652760" y="60807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entury Gothic"/>
              </a:rPr>
              <a:t>SPECIALISTS   (STAGE 2)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1457432" cy="36576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11457432" cy="41148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86968"/>
            <a:ext cx="3108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886968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0759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07592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5331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Yousuf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₹355,000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₹295,000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5331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3736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37360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78308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Mujju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₹360,000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78308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16712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167128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1284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Mudassir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₹355,000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1284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59689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596896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4261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Shakeel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₹235,000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₹355,000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₹295,000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426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2666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26664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7238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Khalid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₹270,000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₹390,000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07238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₹330,000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07238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07238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5643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56432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0215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Meraj 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₹230,000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₹350,000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0215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₹290,000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0215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0215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88620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886200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3192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3192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3192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3192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1596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15968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616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Wajid Moin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₹245,000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₹7,500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₹365,000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616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₹305,000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₹30,000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616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616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entury Gothic"/>
              </a:rPr>
              <a:t>HEAVYWEIGHTS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1457432" cy="36576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11457432" cy="41148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86968"/>
            <a:ext cx="3108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886968"/>
            <a:ext cx="1097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886968"/>
            <a:ext cx="822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886968"/>
            <a:ext cx="1280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0759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07592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5331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Rahmat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₹350,000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₹510,000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5331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₹430,000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5331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5331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3736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37360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78308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Riaz Ahmed (GOAT)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₹360,000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₹520,000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78308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₹440,000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78308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78308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16712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167128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1284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Zikran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₹330,000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₹490,000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1284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₹410,000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1284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1284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59689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596896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4261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entury Gothic"/>
              </a:rPr>
              <a:t>Shahzor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49100"/>
                </a:solidFill>
                <a:latin typeface="Century Gothic"/>
              </a:rPr>
              <a:t>₹340,000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₹10,000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₹500,000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4261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₹420,000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₹40,000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4261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4261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