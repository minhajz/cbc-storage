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0">
            <a:off x="7315200" y="-457200"/>
            <a:ext cx="182880" cy="8229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200000">
            <a:off x="8686800" y="-457200"/>
            <a:ext cx="182880" cy="8229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200000">
            <a:off x="10058400" y="-457200"/>
            <a:ext cx="182880" cy="8229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097280"/>
            <a:ext cx="1280160" cy="12801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7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1005840"/>
            <a:ext cx="1463040" cy="1463040"/>
          </a:xfrm>
          <a:prstGeom prst="ellipse">
            <a:avLst/>
          </a:prstGeom>
          <a:noFill/>
          <a:ln w="19050">
            <a:solidFill>
              <a:srgbClr val="008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10972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300" b="1" i="0">
                <a:solidFill>
                  <a:srgbClr val="FFD54F"/>
                </a:solidFill>
              </a:rPr>
              <a:t>CRIC BUDDIES CLUB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830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</a:rPr>
              <a:t>AUCTION –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063240"/>
            <a:ext cx="9601200" cy="457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2004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 i="0">
                <a:solidFill>
                  <a:srgbClr val="B0BEC5"/>
                </a:solidFill>
              </a:rPr>
              <a:t>TOURNAMENT 1  ·  SEASON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4903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FD8DC"/>
                </a:solidFill>
              </a:rPr>
              <a:t>45 PLAYERS  ·  11 ROUNDS  ·  5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" y="4754880"/>
            <a:ext cx="2346350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GC 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9 Players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3510" y="4754880"/>
            <a:ext cx="2346350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666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69F0AE"/>
                </a:solidFill>
              </a:rPr>
              <a:t>GC 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666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12 Players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21300" y="4754880"/>
            <a:ext cx="2346350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445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E93D8"/>
                </a:solidFill>
              </a:rPr>
              <a:t>SPEC STAGE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445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12 Players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9091" y="4754880"/>
            <a:ext cx="2346350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224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7700"/>
                </a:solidFill>
              </a:rPr>
              <a:t>SPEC STAGE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8 Players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6881" y="4754880"/>
            <a:ext cx="2346350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003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003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4 Players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900" b="0" i="0">
                <a:solidFill>
                  <a:srgbClr val="FFD54F"/>
                </a:solidFill>
              </a:rPr>
              <a:t>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D47A1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9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54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FFD54F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B0BEC5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AMJAD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UBAID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ABRAR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   |   GAME-CHANGERS (STAGE 1)   |   BASE: $10,000 / MAX: $60,000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JUNAID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SALMAN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54F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54F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54F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54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54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54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D47A1"/>
          </a:solidFill>
          <a:ln w="63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69F0AE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69F0AE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B0BEC5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3   |   GAME-CHANGERS (STAGE 2)   |   BASE: $125,000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$125,000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$125,000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3   |   GAME-CHANGERS (STAGE 2)   |   BASE: $90,000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$90,000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$90,000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3   |   GAME-CHANGERS (STAGE 2)   |   BASE: $115,000 / MAX: $205,000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AAMER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$115,000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$205,000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$115,000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3   |   GAME-CHANGERS (STAGE 2)   |   BASE: $80,000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$80,000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4   |   GAME-CHANGERS (STAGE 2)   |   BASE: $135,000 / MAX: $210,000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$210,000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$135,000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5   |   GAME-CHANGERS (STAGE 2)   |   BASE: $150,000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5   |   GAME-CHANGERS (STAGE 2)   |   BASE: $150,000 / MAX: $215,000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$215,000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5   |   GAME-CHANGERS (STAGE 2)   |   BASE: $145,000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HASAN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$145,000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$145,000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69F0AE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5   |   GAME-CHANGERS (STAGE 2)   |   BASE: $150,000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69F0AE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69F0AE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69F0AE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69F0AE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565C0"/>
          </a:solidFill>
          <a:ln w="63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CE93D8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CE93D8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B0BEC5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6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6   |   SPECIALISTS (STAGE 1)   |   BASE: $170,000 / MAX: $250,000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JUNAID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$170,000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$250,000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$170,000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6   |   SPECIALISTS (STAGE 1)   |   BASE: $155,000 / MAX: $235,000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$155,000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$235,000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$155,000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6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7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7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7   |   SPECIALISTS (STAGE 1)   |   BASE: $160,000 / MAX: $240,000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$240,000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$160,000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7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AYUB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8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8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8   |   SPECIALISTS (STAGE 1)   |   BASE: $205,000 / MAX: $285,000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$205,000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$285,000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$205,000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CE93D8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8   |   SPECIALISTS (STAGE 1)   |   BASE: $200,000 / MAX: $280,000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CE93D8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CE93D8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CE93D8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CE93D8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E93D8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$200,000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$280,000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$200,000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565C0"/>
          </a:solidFill>
          <a:ln w="63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8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FF77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B0BEC5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9   |   SPECIALISTS (STAGE 2)   |   BASE: $240,000 / MAX: $360,000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$240,000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SHAKEEL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10   |   SPECIALISTS (STAGE 2)   |   BASE: $270,000 / MAX: $390,000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$270,000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$270,000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10   |   SPECIALISTS (STAGE 2)   |   BASE: $230,000 / MAX: $350,000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$230,000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10   |   SPECIALISTS (STAGE 2)   |   BASE: $250,000 / MAX: $370,000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$370,000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$250,000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10   |   SPECIALISTS (STAGE 2)   |   BASE: $245,000 / MAX: $365,000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WAJID MOIN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199632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SPECIALISTS (STAGE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$245,000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$365,000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69F0AE"/>
                </a:solidFill>
              </a:rPr>
              <a:t>TEAM: TEAM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DEFAULT 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D54F"/>
                </a:solidFill>
              </a:rPr>
              <a:t>TEAM 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$245,000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565C0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</a:rPr>
              <a:t>HEAVYWEIGHTS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4 PLAYERS IN THIS CATEGORY</a:t>
            </a:r>
          </a:p>
        </p:txBody>
      </p:sp>
      <p:sp>
        <p:nvSpPr>
          <p:cNvPr id="11" name="Oval 10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CRIC BUDDIES CLUB  ·  AUCTION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D2A6B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300" b="1" i="0">
                <a:solidFill>
                  <a:srgbClr val="FFD700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B0BEC5"/>
                </a:solidFill>
              </a:rPr>
              <a:t>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11   |   HEAVYWEIGHTS   |   BASE: $350,000 / MAX: $510,000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$510,000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$350,000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11   |   HEAVYWEIGHTS   |   BASE: $360,000 / MAX: $520,000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$360,000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11   |   HEAVYWEIGHTS   |   BASE: $330,000 / MAX: $490,000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$490,000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$330,000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1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0" i="0">
                <a:solidFill>
                  <a:srgbClr val="B0BEC5"/>
                </a:solidFill>
              </a:rPr>
              <a:t>ROUND 11   |   HEAVYWEIGHTS   |   BASE: $340,000 / MAX: $500,000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E6510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D2A6B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9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2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900" i="1">
                <a:solidFill>
                  <a:srgbClr val="B0BEC5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 i="0">
                <a:solidFill>
                  <a:srgbClr val="B0BEC5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BASE: $340,000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FFE600"/>
                </a:solidFill>
              </a:rPr>
              <a:t>MAX: $500,000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 i="0">
                <a:solidFill>
                  <a:srgbClr val="CFD8DC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50" b="0">
                <a:solidFill>
                  <a:srgbClr val="B0BEC5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300" b="1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200" b="0">
                <a:solidFill>
                  <a:srgbClr val="B0BEC5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900" b="1">
                <a:solidFill>
                  <a:srgbClr val="FFE600"/>
                </a:solidFill>
              </a:rPr>
              <a:t>$340,000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FFD54F"/>
                </a:solidFill>
              </a:rPr>
              <a:t>GAME-CHANGERS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AMJAD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UBAID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ABRAR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JUNAID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SALMAN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69F0AE"/>
                </a:solidFill>
              </a:rPr>
              <a:t>GAME-CHANGERS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AAMER KHAN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ZAIN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69F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HASAN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CE93D8"/>
                </a:solidFill>
              </a:rPr>
              <a:t>SPECIALISTS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JUNAID 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AYUB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FF7700"/>
                </a:solidFill>
              </a:rPr>
              <a:t>SPECIALISTS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SHAKEEL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69F0AE"/>
                </a:solidFill>
              </a:rPr>
              <a:t>WAJID MOIN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69F0AE"/>
                </a:solidFill>
              </a:rPr>
              <a:t>TEAM 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FFD700"/>
                </a:solidFill>
              </a:rPr>
              <a:t>HEAVYWEIGHTS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D2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