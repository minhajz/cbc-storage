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200000">
            <a:off x="73152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200000">
            <a:off x="86868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200000">
            <a:off x="100584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097280"/>
            <a:ext cx="1280160" cy="1280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1005840"/>
            <a:ext cx="1463040" cy="1463040"/>
          </a:xfrm>
          <a:prstGeom prst="ellipse">
            <a:avLst/>
          </a:prstGeom>
          <a:noFill/>
          <a:ln w="19050">
            <a:solidFill>
              <a:srgbClr val="008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10972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00D4FF"/>
                </a:solidFill>
              </a:rPr>
              <a:t>CRIC BUDDIES CLUB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7830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AUCTION –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063240"/>
            <a:ext cx="96012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3200400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7896AB"/>
                </a:solidFill>
              </a:rPr>
              <a:t>TOURNAMENT 1  ·  SEASON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4903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DDEE"/>
                </a:solidFill>
              </a:rPr>
              <a:t>45 PLAYERS  ·  11 ROUNDS  ·  5 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</a:rPr>
              <a:t>GC 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9 Players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351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666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FFAA"/>
                </a:solidFill>
              </a:rPr>
              <a:t>GC STAGE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666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2130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445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BB44FF"/>
                </a:solidFill>
              </a:rPr>
              <a:t>SPEC STAGE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445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909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224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7700"/>
                </a:solidFill>
              </a:rPr>
              <a:t>SPEC STAGE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8 Players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688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003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003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4 Players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280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 i="0">
                <a:solidFill>
                  <a:srgbClr val="00D4FF"/>
                </a:solidFill>
              </a:rPr>
              <a:t>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9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D4FF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AMJAD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UBAID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SALMAN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FFAA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FFAA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$125,000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$125,000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$125,000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$90,000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$90,000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$90,000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$115,000 / MAX: $205,000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AAMER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$115,000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$205,000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$115,000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$80,000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$80,000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$135,000 / MAX: $210,000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$135,000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$215,000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$145,000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$145,000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14"/>
          </a:solidFill>
          <a:ln w="63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BB4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BB44FF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$170,000 / MAX: $250,000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$170,000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$250,000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$170,000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$155,000 / MAX: $235,000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$155,000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$160,000 / MAX: $240,000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$160,000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AYUB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$205,000 / MAX: $285,000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$205,000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$200,000 / MAX: $280,000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$200,000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8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7700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77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$240,000 / MAX: $360,000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$240,000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SHAKEEL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$270,000 / MAX: $390,000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$270,000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$270,000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$230,000 / MAX: $350,000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$230,000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$250,000 / MAX: $370,000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$370,000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$250,000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$245,000 / MAX: $365,000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MOIN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199632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$245,000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$365,000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$245,000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HEAVYWEIGHTS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4 PLAYERS IN THIS CATEGORY</a:t>
            </a:r>
          </a:p>
        </p:txBody>
      </p:sp>
      <p:sp>
        <p:nvSpPr>
          <p:cNvPr id="11" name="Oval 10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</a:rPr>
              <a:t>CRIC BUDDIES CLUB  ·  AUCTION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$350,000 / MAX: $510,000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$510,000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$350,000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$360,000 / MAX: $520,000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$360,000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$330,000 / MAX: $490,000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$490,000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$330,000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$340,000 / MAX: $500,000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$340,000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GAME-CHANGERS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AMJAD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UBAID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ABRAR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JUNAID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SALMAN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FFAA"/>
                </a:solidFill>
              </a:rPr>
              <a:t>GAME-CHANGERS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AAMER KHAN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ZAIN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HASAN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BB44FF"/>
                </a:solidFill>
              </a:rPr>
              <a:t>SPECIALISTS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JUNAID 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AYUB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</a:rPr>
              <a:t>SPECIALISTS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SHAKEEL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WAJID MOIN 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HEAVYWEIGHTS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