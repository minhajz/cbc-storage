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200000">
            <a:off x="7315200" y="-457200"/>
            <a:ext cx="182880" cy="8229600"/>
          </a:xfrm>
          <a:prstGeom prst="rect">
            <a:avLst/>
          </a:prstGeom>
          <a:solidFill>
            <a:srgbClr val="00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200000">
            <a:off x="8686800" y="-457200"/>
            <a:ext cx="182880" cy="8229600"/>
          </a:xfrm>
          <a:prstGeom prst="rect">
            <a:avLst/>
          </a:prstGeom>
          <a:solidFill>
            <a:srgbClr val="00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200000">
            <a:off x="10058400" y="-457200"/>
            <a:ext cx="182880" cy="8229600"/>
          </a:xfrm>
          <a:prstGeom prst="rect">
            <a:avLst/>
          </a:prstGeom>
          <a:solidFill>
            <a:srgbClr val="00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1097280"/>
            <a:ext cx="1280160" cy="12801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1005840"/>
            <a:ext cx="1463040" cy="1463040"/>
          </a:xfrm>
          <a:prstGeom prst="ellipse">
            <a:avLst/>
          </a:prstGeom>
          <a:noFill/>
          <a:ln w="19050">
            <a:solidFill>
              <a:srgbClr val="008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10972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</a:rPr>
              <a:t>CRIC BUDDIES CLUB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1783080"/>
            <a:ext cx="9601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</a:rPr>
              <a:t>AUCTION –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3063240"/>
            <a:ext cx="96012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320040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7896AB"/>
                </a:solidFill>
              </a:rPr>
              <a:t>TOURNAMENT 1  ·  SEASON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749039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45 PLAYERS  ·  11 ROUNDS  ·  5 CATEGORIES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" y="4754880"/>
            <a:ext cx="2346350" cy="914400"/>
          </a:xfrm>
          <a:prstGeom prst="rect">
            <a:avLst/>
          </a:prstGeom>
          <a:solidFill>
            <a:srgbClr val="0A1A3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" y="4864608"/>
            <a:ext cx="220004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00D4FF"/>
                </a:solidFill>
              </a:rPr>
              <a:t>GC STAGE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" y="5230368"/>
            <a:ext cx="220004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9 Players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3510" y="4754880"/>
            <a:ext cx="2346350" cy="914400"/>
          </a:xfrm>
          <a:prstGeom prst="rect">
            <a:avLst/>
          </a:prstGeom>
          <a:solidFill>
            <a:srgbClr val="0A1A30"/>
          </a:solidFill>
          <a:ln w="127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56662" y="4864608"/>
            <a:ext cx="220004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00FFAA"/>
                </a:solidFill>
              </a:rPr>
              <a:t>GC STAGE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56662" y="5230368"/>
            <a:ext cx="220004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12 Players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21300" y="4754880"/>
            <a:ext cx="2346350" cy="914400"/>
          </a:xfrm>
          <a:prstGeom prst="rect">
            <a:avLst/>
          </a:prstGeom>
          <a:solidFill>
            <a:srgbClr val="0A1A30"/>
          </a:solidFill>
          <a:ln w="1270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94452" y="4864608"/>
            <a:ext cx="220004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BB44FF"/>
                </a:solidFill>
              </a:rPr>
              <a:t>SPEC STAGE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4452" y="5230368"/>
            <a:ext cx="220004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12 Players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59091" y="4754880"/>
            <a:ext cx="2346350" cy="914400"/>
          </a:xfrm>
          <a:prstGeom prst="rect">
            <a:avLst/>
          </a:prstGeom>
          <a:solidFill>
            <a:srgbClr val="0A1A30"/>
          </a:solidFill>
          <a:ln w="1270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32243" y="4864608"/>
            <a:ext cx="220004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7700"/>
                </a:solidFill>
              </a:rPr>
              <a:t>SPEC STAGE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2243" y="5230368"/>
            <a:ext cx="220004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8 Players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96881" y="4754880"/>
            <a:ext cx="2346350" cy="914400"/>
          </a:xfrm>
          <a:prstGeom prst="rect">
            <a:avLst/>
          </a:prstGeom>
          <a:solidFill>
            <a:srgbClr val="0A1A30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0033" y="4864608"/>
            <a:ext cx="220004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D700"/>
                </a:solidFill>
              </a:rPr>
              <a:t>HEAVYWEIGHTS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0033" y="5230368"/>
            <a:ext cx="220004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4 Players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20624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 i="0">
                <a:solidFill>
                  <a:srgbClr val="00D4FF"/>
                </a:solidFill>
              </a:rPr>
              <a:t>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" y="6638544"/>
            <a:ext cx="11795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g_circle"/>
          <p:cNvSpPr/>
          <p:nvPr/>
        </p:nvSpPr>
        <p:spPr>
          <a:xfrm>
            <a:off x="3200400" y="731520"/>
            <a:ext cx="5760720" cy="5760720"/>
          </a:xfrm>
          <a:prstGeom prst="ellipse">
            <a:avLst/>
          </a:prstGeom>
          <a:solidFill>
            <a:srgbClr val="001414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0"/>
            <a:ext cx="4572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86032" y="0"/>
            <a:ext cx="4572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364992"/>
            <a:ext cx="1072591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72591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GAME-CHANGERS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2651760"/>
            <a:ext cx="2286000" cy="54864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 i="0">
                <a:solidFill>
                  <a:srgbClr val="040D1E"/>
                </a:solidFill>
              </a:rPr>
              <a:t>STAGE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20440"/>
            <a:ext cx="1072591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7896AB"/>
                </a:solidFill>
              </a:rPr>
              <a:t>9 PLAYERS IN THIS CATEGORY</a:t>
            </a:r>
          </a:p>
        </p:txBody>
      </p:sp>
      <p:sp>
        <p:nvSpPr>
          <p:cNvPr id="12" name="Oval 11"/>
          <p:cNvSpPr/>
          <p:nvPr/>
        </p:nvSpPr>
        <p:spPr>
          <a:xfrm>
            <a:off x="201168" y="228600"/>
            <a:ext cx="594360" cy="5943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01168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CRIC BUDDIES CLUB  ·  AUCTION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4389120"/>
            <a:ext cx="5788152" cy="914400"/>
          </a:xfrm>
          <a:prstGeom prst="rect">
            <a:avLst/>
          </a:prstGeom>
          <a:solidFill>
            <a:srgbClr val="0A1A3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4462272"/>
            <a:ext cx="5788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00D4FF"/>
                </a:solidFill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846320"/>
            <a:ext cx="5788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7896AB"/>
                </a:solidFill>
              </a:rPr>
              <a:t>PLAYERS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" y="6638544"/>
            <a:ext cx="11795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1   |   GAME-CHANGERS (STAGE 1)   |   BASE: $10,000 / MAX: $50,000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ROUND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00D4FF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00D4FF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SAMI 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</a:rPr>
              <a:t>GAME-CHANGERS (STAGE 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</a:rPr>
              <a:t>AUCTION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GAME-CHANGERS (STAGE 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00D4FF"/>
                </a:solidFill>
              </a:rPr>
              <a:t>ROUND 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$10,000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$50,000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$10,000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$2,500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$50,000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$10,000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$30,000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$10,000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1   |   GAME-CHANGERS (STAGE 1)   |   BASE: $10,000 / MAX: $50,000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ROUND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00D4FF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00D4FF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AMJAD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</a:rPr>
              <a:t>GAME-CHANGERS (STAGE 1)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6236208"/>
            <a:ext cx="3840480" cy="347472"/>
          </a:xfrm>
          <a:prstGeom prst="roundRect">
            <a:avLst/>
          </a:prstGeom>
          <a:solidFill>
            <a:srgbClr val="00C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  DEFAULT: TEAM 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</a:rPr>
              <a:t>AUCTION DETAILS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GAME-CHANGERS (STAGE 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00D4FF"/>
                </a:solidFill>
              </a:rPr>
              <a:t>ROUND 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$10,000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$50,000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00CC77"/>
                </a:solidFill>
              </a:rPr>
              <a:t>TEAM: TEAM 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$10,000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$2,500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$50,000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773168" y="2912363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773168" y="2871215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901183" y="2953511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82896" y="3287268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$10,000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174991" y="2912363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174991" y="2871215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03007" y="2953511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284719" y="3287268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$30,000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576816" y="2912363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576816" y="2871215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704832" y="2953511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DEFAULT TEAM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686543" y="3287268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00D4FF"/>
                </a:solidFill>
              </a:rPr>
              <a:t>TEAM B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$10,000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1   |   GAME-CHANGERS (STAGE 1)   |   BASE: $10,000 / MAX: $50,000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ROUND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00D4FF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00D4FF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UBAID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</a:rPr>
              <a:t>GAME-CHANGERS (STAGE 1)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6236208"/>
            <a:ext cx="3840480" cy="347472"/>
          </a:xfrm>
          <a:prstGeom prst="roundRect">
            <a:avLst/>
          </a:prstGeom>
          <a:solidFill>
            <a:srgbClr val="00C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  DEFAULT: TEAM 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</a:rPr>
              <a:t>AUCTION DETAILS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GAME-CHANGERS (STAGE 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00D4FF"/>
                </a:solidFill>
              </a:rPr>
              <a:t>ROUND 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$10,000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$50,000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00CC77"/>
                </a:solidFill>
              </a:rPr>
              <a:t>TEAM: TEAM 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$10,000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$2,500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$50,000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773168" y="2912363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773168" y="2871215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901183" y="2953511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82896" y="3287268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$10,000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174991" y="2912363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174991" y="2871215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03007" y="2953511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284719" y="3287268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$30,000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576816" y="2912363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576816" y="2871215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704832" y="2953511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DEFAULT TEAM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686543" y="3287268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00D4FF"/>
                </a:solidFill>
              </a:rPr>
              <a:t>TEAM B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$10,000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1   |   GAME-CHANGERS (STAGE 1)   |   BASE: $10,000 / MAX: $50,000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ROUND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00D4FF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00D4FF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ABRAR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</a:rPr>
              <a:t>GAME-CHANGERS (STAGE 1)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6236208"/>
            <a:ext cx="3840480" cy="347472"/>
          </a:xfrm>
          <a:prstGeom prst="roundRect">
            <a:avLst/>
          </a:prstGeom>
          <a:solidFill>
            <a:srgbClr val="00C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  DEFAULT: TEAM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</a:rPr>
              <a:t>AUCTION DETAILS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GAME-CHANGERS (STAGE 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00D4FF"/>
                </a:solidFill>
              </a:rPr>
              <a:t>ROUND 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$10,000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$50,000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00CC77"/>
                </a:solidFill>
              </a:rPr>
              <a:t>TEAM: TEAM 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$10,000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$2,500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$50,000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773168" y="2912363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773168" y="2871215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901183" y="2953511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82896" y="3287268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$10,000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174991" y="2912363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174991" y="2871215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03007" y="2953511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284719" y="3287268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$30,000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576816" y="2912363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576816" y="2871215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704832" y="2953511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DEFAULT TEAM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686543" y="3287268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00D4FF"/>
                </a:solidFill>
              </a:rPr>
              <a:t>TEAM A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$10,000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1   |   GAME-CHANGERS (STAGE 1)   |   BASE: $10,000 / MAX: $60,000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ROUND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00D4FF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00D4FF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JUNAID 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</a:rPr>
              <a:t>GAME-CHANGERS (STAGE 1)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6236208"/>
            <a:ext cx="3840480" cy="347472"/>
          </a:xfrm>
          <a:prstGeom prst="roundRect">
            <a:avLst/>
          </a:prstGeom>
          <a:solidFill>
            <a:srgbClr val="00C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  DEFAULT: TEAM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</a:rPr>
              <a:t>AUCTION DETAILS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GAME-CHANGERS (STAGE 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00D4FF"/>
                </a:solidFill>
              </a:rPr>
              <a:t>ROUND 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$10,000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$60,000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00CC77"/>
                </a:solidFill>
              </a:rPr>
              <a:t>TEAM: TEAM 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$10,000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$2,500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$60,000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773168" y="2912363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773168" y="2871215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901183" y="2953511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82896" y="3287268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$10,000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174991" y="2912363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174991" y="2871215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03007" y="2953511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284719" y="3287268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$40,000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576816" y="2912363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576816" y="2871215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704832" y="2953511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DEFAULT TEAM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686543" y="3287268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00D4FF"/>
                </a:solidFill>
              </a:rPr>
              <a:t>TEAM 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$10,000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2   |   GAME-CHANGERS (STAGE 1)   |   BASE: $35,000 / MAX: $65,000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ROUND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00D4FF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00D4FF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RIAZ 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</a:rPr>
              <a:t>GAME-CHANGERS (STAGE 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</a:rPr>
              <a:t>AUCTION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GAME-CHANGERS (STAGE 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00D4FF"/>
                </a:solidFill>
              </a:rPr>
              <a:t>ROUND 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$35,000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$65,000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$35,000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$2,500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$65,000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$10,000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$45,000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$35,000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2   |   GAME-CHANGERS (STAGE 1)   |   BASE: $35,000 / MAX: $75,000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ROUND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00D4FF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00D4FF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IMRAN KHAN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</a:rPr>
              <a:t>GAME-CHANGERS (STAGE 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</a:rPr>
              <a:t>AUCTION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GAME-CHANGERS (STAGE 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00D4FF"/>
                </a:solidFill>
              </a:rPr>
              <a:t>ROUND 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$35,000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$75,000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$35,000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$2,500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$75,000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$10,000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$55,000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$35,000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2   |   GAME-CHANGERS (STAGE 1)   |   BASE: $35,000 / MAX: $75,000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ROUND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00D4FF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00D4FF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SALMAN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</a:rPr>
              <a:t>GAME-CHANGERS (STAGE 1)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6236208"/>
            <a:ext cx="3840480" cy="347472"/>
          </a:xfrm>
          <a:prstGeom prst="roundRect">
            <a:avLst/>
          </a:prstGeom>
          <a:solidFill>
            <a:srgbClr val="00C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  DEFAULT: TEAM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</a:rPr>
              <a:t>AUCTION DETAILS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GAME-CHANGERS (STAGE 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00D4FF"/>
                </a:solidFill>
              </a:rPr>
              <a:t>ROUND 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$35,000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$75,000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00CC77"/>
                </a:solidFill>
              </a:rPr>
              <a:t>TEAM: TEAM 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$35,000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$2,500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$75,000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773168" y="2912363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773168" y="2871215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901183" y="2953511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82896" y="3287268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$10,000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174991" y="2912363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174991" y="2871215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03007" y="2953511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284719" y="3287268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$55,000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576816" y="2912363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576816" y="2871215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704832" y="2953511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DEFAULT TEAM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686543" y="3287268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00D4FF"/>
                </a:solidFill>
              </a:rPr>
              <a:t>TEAM 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$35,000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2   |   GAME-CHANGERS (STAGE 1)   |   BASE: $35,000 / MAX: $65,000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ROUND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00D4FF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00D4FF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ALEEM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</a:rPr>
              <a:t>GAME-CHANGERS (STAGE 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</a:rPr>
              <a:t>AUCTION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GAME-CHANGERS (STAGE 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00D4FF"/>
                </a:solidFill>
              </a:rPr>
              <a:t>ROUND 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$35,000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$65,000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$35,000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$2,500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$65,000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$10,000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$45,000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$35,000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g_circle"/>
          <p:cNvSpPr/>
          <p:nvPr/>
        </p:nvSpPr>
        <p:spPr>
          <a:xfrm>
            <a:off x="3200400" y="731520"/>
            <a:ext cx="5760720" cy="5760720"/>
          </a:xfrm>
          <a:prstGeom prst="ellipse">
            <a:avLst/>
          </a:prstGeom>
          <a:solidFill>
            <a:srgbClr val="001414"/>
          </a:solidFill>
          <a:ln w="63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0"/>
            <a:ext cx="45720" cy="685800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86032" y="0"/>
            <a:ext cx="45720" cy="685800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364992"/>
            <a:ext cx="10725912" cy="4572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72591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GAME-CHANGERS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2651760"/>
            <a:ext cx="2286000" cy="548640"/>
          </a:xfrm>
          <a:prstGeom prst="round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 i="0">
                <a:solidFill>
                  <a:srgbClr val="040D1E"/>
                </a:solidFill>
              </a:rPr>
              <a:t>STAGE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20440"/>
            <a:ext cx="1072591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7896AB"/>
                </a:solidFill>
              </a:rPr>
              <a:t>12 PLAYERS IN THIS CATEGORY</a:t>
            </a:r>
          </a:p>
        </p:txBody>
      </p:sp>
      <p:sp>
        <p:nvSpPr>
          <p:cNvPr id="12" name="Oval 11"/>
          <p:cNvSpPr/>
          <p:nvPr/>
        </p:nvSpPr>
        <p:spPr>
          <a:xfrm>
            <a:off x="201168" y="228600"/>
            <a:ext cx="594360" cy="594360"/>
          </a:xfrm>
          <a:prstGeom prst="ellipse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01168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0FFAA"/>
                </a:solidFill>
              </a:rPr>
              <a:t>CRIC BUDDIES CLUB  ·  AUCTION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4389120"/>
            <a:ext cx="5788152" cy="914400"/>
          </a:xfrm>
          <a:prstGeom prst="rect">
            <a:avLst/>
          </a:prstGeom>
          <a:solidFill>
            <a:srgbClr val="0A1A30"/>
          </a:solidFill>
          <a:ln w="127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4462272"/>
            <a:ext cx="5788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00FFAA"/>
                </a:solidFill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846320"/>
            <a:ext cx="5788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7896AB"/>
                </a:solidFill>
              </a:rPr>
              <a:t>PLAYERS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" y="6638544"/>
            <a:ext cx="11795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0FFAA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3   |   GAME-CHANGERS (STAGE 2)   |   BASE: $125,000 / MAX: $230,000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00FFAA"/>
                </a:solidFill>
              </a:rPr>
              <a:t>ROUND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00FFAA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00FFAA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AHSAN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FFAA"/>
                </a:solidFill>
              </a:rPr>
              <a:t>GAME-CHANGERS (STAGE 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0FFAA"/>
                </a:solidFill>
              </a:rPr>
              <a:t>AUCTION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GAME-CHANGERS (STAGE 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00FFAA"/>
                </a:solidFill>
              </a:rPr>
              <a:t>ROUND 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$125,000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$230,000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$125,000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$230,000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$190,000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$125,000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0FFAA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3   |   GAME-CHANGERS (STAGE 2)   |   BASE: $90,000 / MAX: $165,000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00FFAA"/>
                </a:solidFill>
              </a:rPr>
              <a:t>ROUND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00FFAA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00FFAA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HASHIM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FFAA"/>
                </a:solidFill>
              </a:rPr>
              <a:t>GAME-CHANGERS (STAGE 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0FFAA"/>
                </a:solidFill>
              </a:rPr>
              <a:t>AUCTION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GAME-CHANGERS (STAGE 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00FFAA"/>
                </a:solidFill>
              </a:rPr>
              <a:t>ROUND 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$90,000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$165,000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$90,000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$165,000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$125,000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$90,000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0FFAA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3   |   GAME-CHANGERS (STAGE 2)   |   BASE: $115,000 / MAX: $205,000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00FFAA"/>
                </a:solidFill>
              </a:rPr>
              <a:t>ROUND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00FFAA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00FFAA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AAMER KHAN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FFAA"/>
                </a:solidFill>
              </a:rPr>
              <a:t>GAME-CHANGERS (STAGE 2)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6236208"/>
            <a:ext cx="3840480" cy="347472"/>
          </a:xfrm>
          <a:prstGeom prst="roundRect">
            <a:avLst/>
          </a:prstGeom>
          <a:solidFill>
            <a:srgbClr val="00C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  DEFAULT: TEAM 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0FFAA"/>
                </a:solidFill>
              </a:rPr>
              <a:t>AUCTION DETAILS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GAME-CHANGERS (STAGE 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00FFAA"/>
                </a:solidFill>
              </a:rPr>
              <a:t>ROUND 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$115,000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$205,000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00CC77"/>
                </a:solidFill>
              </a:rPr>
              <a:t>TEAM: TEAM 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$115,000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$205,000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773168" y="2912363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773168" y="2871215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901183" y="2953511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82896" y="3287268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174991" y="2912363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174991" y="2871215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03007" y="2953511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284719" y="3287268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$165,000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576816" y="2912363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576816" y="2871215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704832" y="2953511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DEFAULT TEAM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686543" y="3287268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00D4FF"/>
                </a:solidFill>
              </a:rPr>
              <a:t>TEAM B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$115,000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0FFAA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3   |   GAME-CHANGERS (STAGE 2)   |   BASE: $80,000 / MAX: $165,000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00FFAA"/>
                </a:solidFill>
              </a:rPr>
              <a:t>ROUND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00FFAA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00FFAA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MUQTADAR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FFAA"/>
                </a:solidFill>
              </a:rPr>
              <a:t>GAME-CHANGERS (STAGE 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0FFAA"/>
                </a:solidFill>
              </a:rPr>
              <a:t>AUCTION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GAME-CHANGERS (STAGE 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00FFAA"/>
                </a:solidFill>
              </a:rPr>
              <a:t>ROUND 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$80,000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$165,000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$80,000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$165,000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$125,000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$80,000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0FFAA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4   |   GAME-CHANGERS (STAGE 2)   |   BASE: $140,000 / MAX: $220,000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00FFAA"/>
                </a:solidFill>
              </a:rPr>
              <a:t>ROUND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00FFAA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00FFAA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FAIZUDDIN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FFAA"/>
                </a:solidFill>
              </a:rPr>
              <a:t>GAME-CHANGERS (STAGE 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0FFAA"/>
                </a:solidFill>
              </a:rPr>
              <a:t>AUCTION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GAME-CHANGERS (STAGE 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00FFAA"/>
                </a:solidFill>
              </a:rPr>
              <a:t>ROUND 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$140,000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$220,000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$140,000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$220,000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$180,000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$140,000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0FFAA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4   |   GAME-CHANGERS (STAGE 2)   |   BASE: $140,000 / MAX: $220,000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00FFAA"/>
                </a:solidFill>
              </a:rPr>
              <a:t>ROUND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00FFAA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00FFAA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FARHAN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FFAA"/>
                </a:solidFill>
              </a:rPr>
              <a:t>GAME-CHANGERS (STAGE 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0FFAA"/>
                </a:solidFill>
              </a:rPr>
              <a:t>AUCTION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GAME-CHANGERS (STAGE 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00FFAA"/>
                </a:solidFill>
              </a:rPr>
              <a:t>ROUND 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$140,000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$220,000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$140,000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$220,000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$180,000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$140,000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0FFAA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4   |   GAME-CHANGERS (STAGE 2)   |   BASE: $140,000 / MAX: $220,000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00FFAA"/>
                </a:solidFill>
              </a:rPr>
              <a:t>ROUND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00FFAA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00FFAA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ADIL MD.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FFAA"/>
                </a:solidFill>
              </a:rPr>
              <a:t>GAME-CHANGERS (STAGE 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0FFAA"/>
                </a:solidFill>
              </a:rPr>
              <a:t>AUCTION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GAME-CHANGERS (STAGE 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00FFAA"/>
                </a:solidFill>
              </a:rPr>
              <a:t>ROUND 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$140,000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$220,000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$140,000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$220,000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$180,000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$140,000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0FFAA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4   |   GAME-CHANGERS (STAGE 2)   |   BASE: $135,000 / MAX: $210,000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00FFAA"/>
                </a:solidFill>
              </a:rPr>
              <a:t>ROUND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00FFAA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00FFAA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ZAIN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FFAA"/>
                </a:solidFill>
              </a:rPr>
              <a:t>GAME-CHANGERS (STAGE 2)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6236208"/>
            <a:ext cx="3840480" cy="347472"/>
          </a:xfrm>
          <a:prstGeom prst="roundRect">
            <a:avLst/>
          </a:prstGeom>
          <a:solidFill>
            <a:srgbClr val="00C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  DEFAULT: TEAM 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0FFAA"/>
                </a:solidFill>
              </a:rPr>
              <a:t>AUCTION DETAILS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GAME-CHANGERS (STAGE 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00FFAA"/>
                </a:solidFill>
              </a:rPr>
              <a:t>ROUND 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$135,000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$210,000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00CC77"/>
                </a:solidFill>
              </a:rPr>
              <a:t>TEAM: TEAM 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$135,000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$210,000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773168" y="2912363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773168" y="2871215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901183" y="2953511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82896" y="3287268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174991" y="2912363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174991" y="2871215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03007" y="2953511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284719" y="3287268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$170,000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576816" y="2912363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576816" y="2871215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704832" y="2953511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DEFAULT TEAM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686543" y="3287268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00D4FF"/>
                </a:solidFill>
              </a:rPr>
              <a:t>TEAM C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$135,000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0FFAA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5   |   GAME-CHANGERS (STAGE 2)   |   BASE: $150,000 / MAX: $225,000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00FFAA"/>
                </a:solidFill>
              </a:rPr>
              <a:t>ROUND 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00FFAA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00FFAA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ABDUL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FFAA"/>
                </a:solidFill>
              </a:rPr>
              <a:t>GAME-CHANGERS (STAGE 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0FFAA"/>
                </a:solidFill>
              </a:rPr>
              <a:t>AUCTION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GAME-CHANGERS (STAGE 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00FFAA"/>
                </a:solidFill>
              </a:rPr>
              <a:t>ROUND 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$150,000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$225,000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$150,000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$225,000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$185,000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$150,000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0FFAA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5   |   GAME-CHANGERS (STAGE 2)   |   BASE: $150,000 / MAX: $215,000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00FFAA"/>
                </a:solidFill>
              </a:rPr>
              <a:t>ROUND 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00FFAA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00FFAA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AJJU MERAJ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FFAA"/>
                </a:solidFill>
              </a:rPr>
              <a:t>GAME-CHANGERS (STAGE 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0FFAA"/>
                </a:solidFill>
              </a:rPr>
              <a:t>AUCTION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GAME-CHANGERS (STAGE 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00FFAA"/>
                </a:solidFill>
              </a:rPr>
              <a:t>ROUND 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$150,000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$215,000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$150,000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$215,000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$175,000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$150,000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0FFAA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5   |   GAME-CHANGERS (STAGE 2)   |   BASE: $145,000 / MAX: $225,000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00FFAA"/>
                </a:solidFill>
              </a:rPr>
              <a:t>ROUND 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00FFAA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00FFAA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HASAN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FFAA"/>
                </a:solidFill>
              </a:rPr>
              <a:t>GAME-CHANGERS (STAGE 2)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6236208"/>
            <a:ext cx="3840480" cy="347472"/>
          </a:xfrm>
          <a:prstGeom prst="roundRect">
            <a:avLst/>
          </a:prstGeom>
          <a:solidFill>
            <a:srgbClr val="00C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  DEFAULT: TEAM 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0FFAA"/>
                </a:solidFill>
              </a:rPr>
              <a:t>AUCTION DETAILS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GAME-CHANGERS (STAGE 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00FFAA"/>
                </a:solidFill>
              </a:rPr>
              <a:t>ROUND 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$145,000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$225,000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00CC77"/>
                </a:solidFill>
              </a:rPr>
              <a:t>TEAM: TEAM 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$145,000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$225,000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773168" y="2912363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773168" y="2871215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901183" y="2953511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82896" y="3287268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174991" y="2912363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174991" y="2871215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03007" y="2953511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284719" y="3287268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$185,000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576816" y="2912363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576816" y="2871215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704832" y="2953511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DEFAULT TEAM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686543" y="3287268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00D4FF"/>
                </a:solidFill>
              </a:rPr>
              <a:t>TEAM C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$145,000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00FFAA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5   |   GAME-CHANGERS (STAGE 2)   |   BASE: $150,000 / MAX: $230,000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00FFAA"/>
                </a:solidFill>
              </a:rPr>
              <a:t>ROUND 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00F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00FFAA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00FFAA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MASROOR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0FFAA"/>
                </a:solidFill>
              </a:rPr>
              <a:t>GAME-CHANGERS (STAGE 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0FFAA"/>
                </a:solidFill>
              </a:rPr>
              <a:t>AUCTION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GAME-CHANGERS (STAGE 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00FFAA"/>
                </a:solidFill>
              </a:rPr>
              <a:t>ROUND 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$150,000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$230,000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$150,000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$230,000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$190,000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$150,000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g_circle"/>
          <p:cNvSpPr/>
          <p:nvPr/>
        </p:nvSpPr>
        <p:spPr>
          <a:xfrm>
            <a:off x="3200400" y="731520"/>
            <a:ext cx="5760720" cy="5760720"/>
          </a:xfrm>
          <a:prstGeom prst="ellipse">
            <a:avLst/>
          </a:prstGeom>
          <a:solidFill>
            <a:srgbClr val="141414"/>
          </a:solidFill>
          <a:ln w="635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0"/>
            <a:ext cx="45720" cy="6858000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86032" y="0"/>
            <a:ext cx="45720" cy="6858000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364992"/>
            <a:ext cx="10725912" cy="45720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72591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SPECIALISTS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2651760"/>
            <a:ext cx="2286000" cy="548640"/>
          </a:xfrm>
          <a:prstGeom prst="round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 i="0">
                <a:solidFill>
                  <a:srgbClr val="040D1E"/>
                </a:solidFill>
              </a:rPr>
              <a:t>STAGE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20440"/>
            <a:ext cx="1072591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7896AB"/>
                </a:solidFill>
              </a:rPr>
              <a:t>12 PLAYERS IN THIS CATEGORY</a:t>
            </a:r>
          </a:p>
        </p:txBody>
      </p:sp>
      <p:sp>
        <p:nvSpPr>
          <p:cNvPr id="12" name="Oval 11"/>
          <p:cNvSpPr/>
          <p:nvPr/>
        </p:nvSpPr>
        <p:spPr>
          <a:xfrm>
            <a:off x="201168" y="228600"/>
            <a:ext cx="594360" cy="594360"/>
          </a:xfrm>
          <a:prstGeom prst="ellipse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01168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BB44FF"/>
                </a:solidFill>
              </a:rPr>
              <a:t>CRIC BUDDIES CLUB  ·  AUCTION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4389120"/>
            <a:ext cx="5788152" cy="914400"/>
          </a:xfrm>
          <a:prstGeom prst="rect">
            <a:avLst/>
          </a:prstGeom>
          <a:solidFill>
            <a:srgbClr val="0A1A30"/>
          </a:solidFill>
          <a:ln w="1270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4462272"/>
            <a:ext cx="5788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BB44FF"/>
                </a:solidFill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846320"/>
            <a:ext cx="5788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7896AB"/>
                </a:solidFill>
              </a:rPr>
              <a:t>PLAYERS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" y="6638544"/>
            <a:ext cx="11795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BB44FF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6   |   SPECIALISTS (STAGE 1)   |   BASE: $180,000 / MAX: $260,000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BB44FF"/>
                </a:solidFill>
              </a:rPr>
              <a:t>ROUND 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BB44FF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BB44FF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JABIR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BB44FF"/>
                </a:solidFill>
              </a:rPr>
              <a:t>SPECIALISTS (STAGE 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BB44FF"/>
                </a:solidFill>
              </a:rPr>
              <a:t>AUCTION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SPECIALISTS (STAGE 1)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BB44FF"/>
                </a:solidFill>
              </a:rPr>
              <a:t>ROUND 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$180,000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$260,000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$180,000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$260,000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$220,000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$180,000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BB44FF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6   |   SPECIALISTS (STAGE 1)   |   BASE: $170,000 / MAX: $250,000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BB44FF"/>
                </a:solidFill>
              </a:rPr>
              <a:t>ROUND 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BB44FF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BB44FF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JUNAID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BB44FF"/>
                </a:solidFill>
              </a:rPr>
              <a:t>SPECIALISTS (STAGE 1)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5852160"/>
            <a:ext cx="3840480" cy="347472"/>
          </a:xfrm>
          <a:prstGeom prst="round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⚠  UNAVAILABLE 1 WEEK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BB44FF"/>
                </a:solidFill>
              </a:rPr>
              <a:t>AUCTION DETAILS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SPECIALISTS (STAGE 1)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BB44FF"/>
                </a:solidFill>
              </a:rPr>
              <a:t>ROUND 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$170,000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$250,000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$170,000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$250,000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$210,000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$170,000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BB44FF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6   |   SPECIALISTS (STAGE 1)   |   BASE: $155,000 / MAX: $235,000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BB44FF"/>
                </a:solidFill>
              </a:rPr>
              <a:t>ROUND 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BB44FF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BB44FF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IMRAN KHAJA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BB44FF"/>
                </a:solidFill>
              </a:rPr>
              <a:t>SPECIALISTS (STAGE 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BB44FF"/>
                </a:solidFill>
              </a:rPr>
              <a:t>AUCTION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SPECIALISTS (STAGE 1)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BB44FF"/>
                </a:solidFill>
              </a:rPr>
              <a:t>ROUND 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$155,000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$235,000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$155,000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$235,000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$195,000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$155,000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BB44FF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6   |   SPECIALISTS (STAGE 1)   |   BASE: $165,000 / MAX: $245,000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BB44FF"/>
                </a:solidFill>
              </a:rPr>
              <a:t>ROUND 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BB44FF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BB44FF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ASHRAF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BB44FF"/>
                </a:solidFill>
              </a:rPr>
              <a:t>SPECIALISTS (STAGE 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BB44FF"/>
                </a:solidFill>
              </a:rPr>
              <a:t>AUCTION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SPECIALISTS (STAGE 1)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BB44FF"/>
                </a:solidFill>
              </a:rPr>
              <a:t>ROUND 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$165,000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$245,000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$165,000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$245,000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$205,000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$165,000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BB44FF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7   |   SPECIALISTS (STAGE 1)   |   BASE: $165,000 / MAX: $245,000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BB44FF"/>
                </a:solidFill>
              </a:rPr>
              <a:t>ROUND 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BB44FF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BB44FF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MEHBOOB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BB44FF"/>
                </a:solidFill>
              </a:rPr>
              <a:t>SPECIALISTS (STAGE 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BB44FF"/>
                </a:solidFill>
              </a:rPr>
              <a:t>AUCTION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SPECIALISTS (STAGE 1)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BB44FF"/>
                </a:solidFill>
              </a:rPr>
              <a:t>ROUND 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$165,000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$245,000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$165,000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$245,000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$205,000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$165,000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BB44FF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7   |   SPECIALISTS (STAGE 1)   |   BASE: $185,000 / MAX: $265,000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BB44FF"/>
                </a:solidFill>
              </a:rPr>
              <a:t>ROUND 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BB44FF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BB44FF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SADEEN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BB44FF"/>
                </a:solidFill>
              </a:rPr>
              <a:t>SPECIALISTS (STAGE 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BB44FF"/>
                </a:solidFill>
              </a:rPr>
              <a:t>AUCTION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SPECIALISTS (STAGE 1)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BB44FF"/>
                </a:solidFill>
              </a:rPr>
              <a:t>ROUND 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$185,000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$265,000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$185,000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$265,000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$225,000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$185,000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BB44FF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7   |   SPECIALISTS (STAGE 1)   |   BASE: $160,000 / MAX: $240,000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BB44FF"/>
                </a:solidFill>
              </a:rPr>
              <a:t>ROUND 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BB44FF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BB44FF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ADIL MANGA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BB44FF"/>
                </a:solidFill>
              </a:rPr>
              <a:t>SPECIALISTS (STAGE 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BB44FF"/>
                </a:solidFill>
              </a:rPr>
              <a:t>AUCTION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SPECIALISTS (STAGE 1)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BB44FF"/>
                </a:solidFill>
              </a:rPr>
              <a:t>ROUND 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$160,000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$240,000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$160,000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$240,000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$200,000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$160,000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BB44FF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7   |   SPECIALISTS (STAGE 1)   |   BASE: $180,000 / MAX: $260,000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BB44FF"/>
                </a:solidFill>
              </a:rPr>
              <a:t>ROUND 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BB44FF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BB44FF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AYUB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BB44FF"/>
                </a:solidFill>
              </a:rPr>
              <a:t>SPECIALISTS (STAGE 1)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6236208"/>
            <a:ext cx="3840480" cy="347472"/>
          </a:xfrm>
          <a:prstGeom prst="roundRect">
            <a:avLst/>
          </a:prstGeom>
          <a:solidFill>
            <a:srgbClr val="00C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  DEFAULT: TEAM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BB44FF"/>
                </a:solidFill>
              </a:rPr>
              <a:t>AUCTION DETAILS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SPECIALISTS (STAGE 1)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BB44FF"/>
                </a:solidFill>
              </a:rPr>
              <a:t>ROUND 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$180,000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$260,000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00CC77"/>
                </a:solidFill>
              </a:rPr>
              <a:t>TEAM: TEAM 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$180,000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$260,000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773168" y="2912363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773168" y="2871215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901183" y="2953511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82896" y="3287268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174991" y="2912363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174991" y="2871215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03007" y="2953511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284719" y="3287268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$220,000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576816" y="2912363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576816" y="2871215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704832" y="2953511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DEFAULT TEAM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686543" y="3287268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00D4FF"/>
                </a:solidFill>
              </a:rPr>
              <a:t>TEAM 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$180,000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BB44FF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8   |   SPECIALISTS (STAGE 1)   |   BASE: $180,000 / MAX: $260,000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BB44FF"/>
                </a:solidFill>
              </a:rPr>
              <a:t>ROUND 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BB44FF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BB44FF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SAMI UDDIN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BB44FF"/>
                </a:solidFill>
              </a:rPr>
              <a:t>SPECIALISTS (STAGE 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BB44FF"/>
                </a:solidFill>
              </a:rPr>
              <a:t>AUCTION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SPECIALISTS (STAGE 1)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BB44FF"/>
                </a:solidFill>
              </a:rPr>
              <a:t>ROUND 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$180,000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$260,000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$180,000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$260,000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$220,000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$180,000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BB44FF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8   |   SPECIALISTS (STAGE 1)   |   BASE: $185,000 / MAX: $265,000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BB44FF"/>
                </a:solidFill>
              </a:rPr>
              <a:t>ROUND 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BB44FF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BB44FF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MUZAFFAR 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BB44FF"/>
                </a:solidFill>
              </a:rPr>
              <a:t>SPECIALISTS (STAGE 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BB44FF"/>
                </a:solidFill>
              </a:rPr>
              <a:t>AUCTION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SPECIALISTS (STAGE 1)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BB44FF"/>
                </a:solidFill>
              </a:rPr>
              <a:t>ROUND 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$185,000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$265,000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$185,000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$265,000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$225,000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$185,000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BB44FF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8   |   SPECIALISTS (STAGE 1)   |   BASE: $205,000 / MAX: $285,000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BB44FF"/>
                </a:solidFill>
              </a:rPr>
              <a:t>ROUND 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BB44FF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BB44FF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ATIF MD.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BB44FF"/>
                </a:solidFill>
              </a:rPr>
              <a:t>SPECIALISTS (STAGE 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BB44FF"/>
                </a:solidFill>
              </a:rPr>
              <a:t>AUCTION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SPECIALISTS (STAGE 1)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BB44FF"/>
                </a:solidFill>
              </a:rPr>
              <a:t>ROUND 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$205,000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$285,000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$205,000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$285,000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$245,000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$205,000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BB44FF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8   |   SPECIALISTS (STAGE 1)   |   BASE: $200,000 / MAX: $280,000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BB44FF"/>
                </a:solidFill>
              </a:rPr>
              <a:t>ROUND 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BB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BB44FF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BB44FF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ASIF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BB44FF"/>
                </a:solidFill>
              </a:rPr>
              <a:t>SPECIALISTS (STAGE 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BB44FF"/>
                </a:solidFill>
              </a:rPr>
              <a:t>AUCTION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SPECIALISTS (STAGE 1)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BB44FF"/>
                </a:solidFill>
              </a:rPr>
              <a:t>ROUND 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$200,000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$280,000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$200,000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$280,000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$240,000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$200,000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g_circle"/>
          <p:cNvSpPr/>
          <p:nvPr/>
        </p:nvSpPr>
        <p:spPr>
          <a:xfrm>
            <a:off x="3200400" y="731520"/>
            <a:ext cx="5760720" cy="5760720"/>
          </a:xfrm>
          <a:prstGeom prst="ellipse">
            <a:avLst/>
          </a:prstGeom>
          <a:solidFill>
            <a:srgbClr val="141400"/>
          </a:solidFill>
          <a:ln w="635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0"/>
            <a:ext cx="45720" cy="68580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86032" y="0"/>
            <a:ext cx="45720" cy="68580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364992"/>
            <a:ext cx="10725912" cy="457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72591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SPECIALISTS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2651760"/>
            <a:ext cx="2286000" cy="548640"/>
          </a:xfrm>
          <a:prstGeom prst="round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 i="0">
                <a:solidFill>
                  <a:srgbClr val="040D1E"/>
                </a:solidFill>
              </a:rPr>
              <a:t>STAGE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20440"/>
            <a:ext cx="1072591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7896AB"/>
                </a:solidFill>
              </a:rPr>
              <a:t>8 PLAYERS IN THIS CATEGORY</a:t>
            </a:r>
          </a:p>
        </p:txBody>
      </p:sp>
      <p:sp>
        <p:nvSpPr>
          <p:cNvPr id="12" name="Oval 11"/>
          <p:cNvSpPr/>
          <p:nvPr/>
        </p:nvSpPr>
        <p:spPr>
          <a:xfrm>
            <a:off x="201168" y="228600"/>
            <a:ext cx="594360" cy="594360"/>
          </a:xfrm>
          <a:prstGeom prst="ellipse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01168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7700"/>
                </a:solidFill>
              </a:rPr>
              <a:t>CRIC BUDDIES CLUB  ·  AUCTION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4389120"/>
            <a:ext cx="5788152" cy="914400"/>
          </a:xfrm>
          <a:prstGeom prst="rect">
            <a:avLst/>
          </a:prstGeom>
          <a:solidFill>
            <a:srgbClr val="0A1A30"/>
          </a:solidFill>
          <a:ln w="1270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4462272"/>
            <a:ext cx="5788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FF7700"/>
                </a:solidFill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846320"/>
            <a:ext cx="5788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7896AB"/>
                </a:solidFill>
              </a:rPr>
              <a:t>PLAYERS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" y="6638544"/>
            <a:ext cx="11795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FF7700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9   |   SPECIALISTS (STAGE 2)   |   BASE: $235,000 / MAX: $355,000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7700"/>
                </a:solidFill>
              </a:rPr>
              <a:t>ROUND 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FF7700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FF7700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YOUSUF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7700"/>
                </a:solidFill>
              </a:rPr>
              <a:t>SPECIALISTS (STAGE 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FF7700"/>
                </a:solidFill>
              </a:rPr>
              <a:t>AUCTION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SPECIALISTS (STAGE 2)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7700"/>
                </a:solidFill>
              </a:rPr>
              <a:t>ROUND 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$235,000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$355,000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$235,000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$7,500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$355,000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$30,000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$295,000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$235,000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FF7700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9   |   SPECIALISTS (STAGE 2)   |   BASE: $240,000 / MAX: $360,000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7700"/>
                </a:solidFill>
              </a:rPr>
              <a:t>ROUND 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FF7700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FF7700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MUJJU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7700"/>
                </a:solidFill>
              </a:rPr>
              <a:t>SPECIALISTS (STAGE 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FF7700"/>
                </a:solidFill>
              </a:rPr>
              <a:t>AUCTION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SPECIALISTS (STAGE 2)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7700"/>
                </a:solidFill>
              </a:rPr>
              <a:t>ROUND 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$240,000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$360,000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$240,000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$7,500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$360,000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$30,000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$300,000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$240,000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FF7700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9   |   SPECIALISTS (STAGE 2)   |   BASE: $235,000 / MAX: $355,000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7700"/>
                </a:solidFill>
              </a:rPr>
              <a:t>ROUND 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FF7700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FF7700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MUDASSIR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7700"/>
                </a:solidFill>
              </a:rPr>
              <a:t>SPECIALISTS (STAGE 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FF7700"/>
                </a:solidFill>
              </a:rPr>
              <a:t>AUCTION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SPECIALISTS (STAGE 2)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7700"/>
                </a:solidFill>
              </a:rPr>
              <a:t>ROUND 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$235,000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$355,000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$235,000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$7,500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$355,000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$30,000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$295,000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$235,000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FF7700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9   |   SPECIALISTS (STAGE 2)   |   BASE: $235,000 / MAX: $355,000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7700"/>
                </a:solidFill>
              </a:rPr>
              <a:t>ROUND 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FF7700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FF7700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SHAKEEL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7700"/>
                </a:solidFill>
              </a:rPr>
              <a:t>SPECIALISTS (STAGE 2)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6236208"/>
            <a:ext cx="3840480" cy="347472"/>
          </a:xfrm>
          <a:prstGeom prst="roundRect">
            <a:avLst/>
          </a:prstGeom>
          <a:solidFill>
            <a:srgbClr val="00C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  DEFAULT: TEAM 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FF7700"/>
                </a:solidFill>
              </a:rPr>
              <a:t>AUCTION DETAILS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SPECIALISTS (STAGE 2)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7700"/>
                </a:solidFill>
              </a:rPr>
              <a:t>ROUND 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$235,000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$355,000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00CC77"/>
                </a:solidFill>
              </a:rPr>
              <a:t>TEAM: TEAM 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$235,000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$7,500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$355,000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773168" y="2912363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773168" y="2871215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901183" y="2953511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82896" y="3287268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$30,000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174991" y="2912363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174991" y="2871215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03007" y="2953511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284719" y="3287268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$295,000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576816" y="2912363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576816" y="2871215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704832" y="2953511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DEFAULT TEAM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686543" y="3287268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00D4FF"/>
                </a:solidFill>
              </a:rPr>
              <a:t>TEAM B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$235,000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FF7700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10   |   SPECIALISTS (STAGE 2)   |   BASE: $270,000 / MAX: $390,000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7700"/>
                </a:solidFill>
              </a:rPr>
              <a:t>ROUND 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FF7700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FF7700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KHALID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7700"/>
                </a:solidFill>
              </a:rPr>
              <a:t>SPECIALISTS (STAGE 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FF7700"/>
                </a:solidFill>
              </a:rPr>
              <a:t>AUCTION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SPECIALISTS (STAGE 2)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7700"/>
                </a:solidFill>
              </a:rPr>
              <a:t>ROUND 10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$270,000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$390,000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$270,000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$7,500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$390,000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$30,000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$330,000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$270,000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FF7700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10   |   SPECIALISTS (STAGE 2)   |   BASE: $230,000 / MAX: $350,000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7700"/>
                </a:solidFill>
              </a:rPr>
              <a:t>ROUND 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FF7700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FF7700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MERAJ 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7700"/>
                </a:solidFill>
              </a:rPr>
              <a:t>SPECIALISTS (STAGE 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FF7700"/>
                </a:solidFill>
              </a:rPr>
              <a:t>AUCTION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SPECIALISTS (STAGE 2)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7700"/>
                </a:solidFill>
              </a:rPr>
              <a:t>ROUND 10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$230,000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$350,000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$230,000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$7,500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$350,000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$30,000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$290,000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$230,000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FF7700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10   |   SPECIALISTS (STAGE 2)   |   BASE: $250,000 / MAX: $370,000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7700"/>
                </a:solidFill>
              </a:rPr>
              <a:t>ROUND 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FF7700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FF7700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WAJID ALI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7700"/>
                </a:solidFill>
              </a:rPr>
              <a:t>SPECIALISTS (STAGE 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FF7700"/>
                </a:solidFill>
              </a:rPr>
              <a:t>AUCTION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SPECIALISTS (STAGE 2)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7700"/>
                </a:solidFill>
              </a:rPr>
              <a:t>ROUND 10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$250,000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$370,000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$250,000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$7,500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$370,000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$30,000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$310,000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$250,000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FF7700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10   |   SPECIALISTS (STAGE 2)   |   BASE: $245,000 / MAX: $365,000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7700"/>
                </a:solidFill>
              </a:rPr>
              <a:t>ROUND 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FF7700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FF7700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WAJID MOIN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7700"/>
                </a:solidFill>
              </a:rPr>
              <a:t>SPECIALISTS (STAGE 2)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5852160"/>
            <a:ext cx="3840480" cy="347472"/>
          </a:xfrm>
          <a:prstGeom prst="round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⚠  UNAVAILABLE 1 WEEK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6199632"/>
            <a:ext cx="3840480" cy="347472"/>
          </a:xfrm>
          <a:prstGeom prst="roundRect">
            <a:avLst/>
          </a:prstGeom>
          <a:solidFill>
            <a:srgbClr val="00C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  DEFAULT: TEAM 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FF7700"/>
                </a:solidFill>
              </a:rPr>
              <a:t>AUCTION DETAILS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SPECIALISTS (STAGE 2)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7700"/>
                </a:solidFill>
              </a:rPr>
              <a:t>ROUND 10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$245,000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$365,000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00CC77"/>
                </a:solidFill>
              </a:rPr>
              <a:t>TEAM: TEAM 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$245,000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$7,500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$365,000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773168" y="2912363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773168" y="2871215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901183" y="2953511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82896" y="3287268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$30,000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174991" y="2912363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174991" y="2871215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303007" y="2953511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284719" y="3287268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$305,000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576816" y="2912363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576816" y="2871215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704832" y="2953511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DEFAULT TEAM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86543" y="3287268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00D4FF"/>
                </a:solidFill>
              </a:rPr>
              <a:t>TEAM 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$245,000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g_circle"/>
          <p:cNvSpPr/>
          <p:nvPr/>
        </p:nvSpPr>
        <p:spPr>
          <a:xfrm>
            <a:off x="3200400" y="731520"/>
            <a:ext cx="5760720" cy="5760720"/>
          </a:xfrm>
          <a:prstGeom prst="ellipse">
            <a:avLst/>
          </a:prstGeom>
          <a:solidFill>
            <a:srgbClr val="141400"/>
          </a:solidFill>
          <a:ln w="63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0"/>
            <a:ext cx="4572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86032" y="0"/>
            <a:ext cx="4572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364992"/>
            <a:ext cx="10725912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72591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HEAVYWEIGHTS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1072591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7896AB"/>
                </a:solidFill>
              </a:rPr>
              <a:t>4 PLAYERS IN THIS CATEGORY</a:t>
            </a:r>
          </a:p>
        </p:txBody>
      </p:sp>
      <p:sp>
        <p:nvSpPr>
          <p:cNvPr id="11" name="Oval 10"/>
          <p:cNvSpPr/>
          <p:nvPr/>
        </p:nvSpPr>
        <p:spPr>
          <a:xfrm>
            <a:off x="201168" y="228600"/>
            <a:ext cx="594360" cy="5943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01168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CRIC BUDDIES CLUB  ·  AUCTION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4389120"/>
            <a:ext cx="5788152" cy="914400"/>
          </a:xfrm>
          <a:prstGeom prst="rect">
            <a:avLst/>
          </a:prstGeom>
          <a:solidFill>
            <a:srgbClr val="0A1A30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4462272"/>
            <a:ext cx="5788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FFD700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846320"/>
            <a:ext cx="5788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7896AB"/>
                </a:solidFill>
              </a:rPr>
              <a:t>PLAYERS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" y="6638544"/>
            <a:ext cx="11795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FFD700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11   |   HEAVYWEIGHTS   |   BASE: $350,000 / MAX: $510,000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D700"/>
                </a:solidFill>
              </a:rPr>
              <a:t>ROUND 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FFD700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FFD700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RAHMAT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D700"/>
                </a:solidFill>
              </a:rPr>
              <a:t>HEAVYWEIGHTS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FFD700"/>
                </a:solidFill>
              </a:rPr>
              <a:t>AUCTION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HEAVYWEIGHTS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D700"/>
                </a:solidFill>
              </a:rPr>
              <a:t>ROUND 11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$350,000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$510,000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$350,000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$10,000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$510,000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$40,000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$430,000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$350,000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FFD700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11   |   HEAVYWEIGHTS   |   BASE: $360,000 / MAX: $520,000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D700"/>
                </a:solidFill>
              </a:rPr>
              <a:t>ROUND 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FFD700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FFD700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RIAZ 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D700"/>
                </a:solidFill>
              </a:rPr>
              <a:t>HEAVYWEIGHTS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FFD700"/>
                </a:solidFill>
              </a:rPr>
              <a:t>AUCTION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HEAVYWEIGHTS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D700"/>
                </a:solidFill>
              </a:rPr>
              <a:t>ROUND 11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$360,000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$520,000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$360,000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$10,000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$520,000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$40,000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$440,000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$360,000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FFD700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11   |   HEAVYWEIGHTS   |   BASE: $330,000 / MAX: $490,000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D700"/>
                </a:solidFill>
              </a:rPr>
              <a:t>ROUND 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FFD700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FFD700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ZIKRAN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D700"/>
                </a:solidFill>
              </a:rPr>
              <a:t>HEAVYWEIGHTS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FFD700"/>
                </a:solidFill>
              </a:rPr>
              <a:t>AUCTION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HEAVYWEIGHTS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D700"/>
                </a:solidFill>
              </a:rPr>
              <a:t>ROUND 11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$330,000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$490,000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$330,000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$10,000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$490,000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$40,000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$410,000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$330,000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full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left"/>
          <p:cNvSpPr/>
          <p:nvPr/>
        </p:nvSpPr>
        <p:spPr>
          <a:xfrm>
            <a:off x="0" y="0"/>
            <a:ext cx="4434840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vider"/>
          <p:cNvSpPr/>
          <p:nvPr/>
        </p:nvSpPr>
        <p:spPr>
          <a:xfrm>
            <a:off x="4407408" y="0"/>
            <a:ext cx="54864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_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ottom_bar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168"/>
            <a:ext cx="3474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FFD700"/>
                </a:solidFill>
              </a:rPr>
              <a:t>CBC  PLAYER AUCTION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i="0">
                <a:solidFill>
                  <a:srgbClr val="7896AB"/>
                </a:solidFill>
              </a:rPr>
              <a:t>ROUND 11   |   HEAVYWEIGHTS   |   BASE: $340,000 / MAX: $500,000</a:t>
            </a:r>
          </a:p>
        </p:txBody>
      </p:sp>
      <p:sp>
        <p:nvSpPr>
          <p:cNvPr id="11" name="round_badge"/>
          <p:cNvSpPr/>
          <p:nvPr/>
        </p:nvSpPr>
        <p:spPr>
          <a:xfrm>
            <a:off x="164592" y="850392"/>
            <a:ext cx="1280160" cy="365760"/>
          </a:xfrm>
          <a:prstGeom prst="roundRect">
            <a:avLst/>
          </a:prstGeom>
          <a:solidFill>
            <a:srgbClr val="002A4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D700"/>
                </a:solidFill>
              </a:rPr>
              <a:t>ROUND 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95528"/>
            <a:ext cx="12188952" cy="27432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hoto_outer"/>
          <p:cNvSpPr/>
          <p:nvPr/>
        </p:nvSpPr>
        <p:spPr>
          <a:xfrm>
            <a:off x="923543" y="1408176"/>
            <a:ext cx="2578608" cy="2578608"/>
          </a:xfrm>
          <a:prstGeom prst="hexagon">
            <a:avLst/>
          </a:prstGeom>
          <a:noFill/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hoto_inner"/>
          <p:cNvSpPr/>
          <p:nvPr/>
        </p:nvSpPr>
        <p:spPr>
          <a:xfrm>
            <a:off x="978407" y="1463040"/>
            <a:ext cx="2468880" cy="2468880"/>
          </a:xfrm>
          <a:prstGeom prst="hexagon">
            <a:avLst/>
          </a:prstGeom>
          <a:solidFill>
            <a:srgbClr val="0A1A3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>
                <a:solidFill>
                  <a:srgbClr val="FFD700"/>
                </a:solidFill>
              </a:rPr>
              <a:t>📷</a:t>
            </a:r>
          </a:p>
          <a:p>
            <a:pPr algn="ctr"/>
            <a:r>
              <a:rPr sz="1000" b="1">
                <a:solidFill>
                  <a:srgbClr val="FFD700"/>
                </a:solidFill>
              </a:rPr>
              <a:t>ADD PHOTO</a:t>
            </a:r>
          </a:p>
          <a:p>
            <a:pPr algn="ctr"/>
            <a:r>
              <a:rPr sz="700" i="1">
                <a:solidFill>
                  <a:srgbClr val="7896AB"/>
                </a:solidFill>
              </a:rPr>
              <a:t>(click to insert 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3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0712" y="1362456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1362456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3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3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10712" y="4005072"/>
            <a:ext cx="137160" cy="274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895344"/>
            <a:ext cx="27432" cy="1371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475488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SHAHZOR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440680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D700"/>
                </a:solidFill>
              </a:rPr>
              <a:t>HEAVYWEIGHTS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8229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FFD700"/>
                </a:solidFill>
              </a:rPr>
              <a:t>AUCTION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234440"/>
            <a:ext cx="731520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0" i="0">
                <a:solidFill>
                  <a:srgbClr val="7896AB"/>
                </a:solidFill>
              </a:rPr>
              <a:t>HEAVYWEIGHTS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7790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2923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D700"/>
                </a:solidFill>
              </a:rPr>
              <a:t>ROUND 11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5580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7020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BASE: $340,000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3371" y="6355080"/>
            <a:ext cx="2401214" cy="27432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481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FFE600"/>
                </a:solidFill>
              </a:rPr>
              <a:t>MAX: $500,000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51161" y="6355080"/>
            <a:ext cx="2401214" cy="274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42601" y="6382512"/>
            <a:ext cx="225491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CCDDEE"/>
                </a:solidFill>
              </a:rPr>
              <a:t>TEAM: 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6638544"/>
            <a:ext cx="1170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73168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73168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01183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BASE PRICE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82896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$340,000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4991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74991" y="1325880"/>
            <a:ext cx="2292095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03007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INCREMENTS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84719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$10,000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76816" y="1367028"/>
            <a:ext cx="2292095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576816" y="1325880"/>
            <a:ext cx="2292095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04832" y="1408176"/>
            <a:ext cx="2036064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MAX BID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6543" y="1741932"/>
            <a:ext cx="2072640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E600"/>
                </a:solidFill>
              </a:rPr>
              <a:t>$500,000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73168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73168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901183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BID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2896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$40,000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75904" y="2912363"/>
            <a:ext cx="3493008" cy="1376172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4" y="2871215"/>
            <a:ext cx="3493008" cy="411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03920" y="2953511"/>
            <a:ext cx="3236976" cy="256032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850" b="0">
                <a:solidFill>
                  <a:srgbClr val="7896AB"/>
                </a:solidFill>
              </a:rPr>
              <a:t>RE-ENTRY CAP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85632" y="3287268"/>
            <a:ext cx="3273552" cy="909828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900" b="1">
                <a:solidFill>
                  <a:srgbClr val="FFFFFF"/>
                </a:solidFill>
              </a:rPr>
              <a:t>$420,000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73168" y="4622292"/>
            <a:ext cx="7095744" cy="1604772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73168" y="4581144"/>
            <a:ext cx="7095744" cy="411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74336" y="4672583"/>
            <a:ext cx="3193084" cy="32004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1000" b="0">
                <a:solidFill>
                  <a:srgbClr val="7896AB"/>
                </a:solidFill>
              </a:rPr>
              <a:t>STARTING BID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59" y="5001768"/>
            <a:ext cx="6766559" cy="1143000"/>
          </a:xfrm>
          <a:prstGeom prst="rect">
            <a:avLst/>
          </a:prstGeom>
          <a:noFill/>
        </p:spPr>
        <p:txBody>
          <a:bodyPr wrap="none"/>
          <a:lstStyle/>
          <a:p>
            <a:pPr algn="l"/>
            <a:r>
              <a:rPr sz="4200" b="1">
                <a:solidFill>
                  <a:srgbClr val="FFE600"/>
                </a:solidFill>
              </a:rPr>
              <a:t>$340,000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822960"/>
            <a:ext cx="118872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GAME-CHANGERS (STAGE 1) — COMPLETE PRICE 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1307592"/>
            <a:ext cx="1184148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1371600"/>
            <a:ext cx="2889504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" y="1417320"/>
            <a:ext cx="27797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PLAYER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90672" y="1371600"/>
            <a:ext cx="1335024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45536" y="1417320"/>
            <a:ext cx="12252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62272" y="1371600"/>
            <a:ext cx="1517904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417320"/>
            <a:ext cx="14081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INCREMENTS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371600"/>
            <a:ext cx="1517904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1417320"/>
            <a:ext cx="14081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MAX BID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2" y="1371600"/>
            <a:ext cx="1609344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1417320"/>
            <a:ext cx="14996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RE-ENTRY CAP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17152" y="1371600"/>
            <a:ext cx="1517904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72016" y="1417320"/>
            <a:ext cx="14081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RE-ENTRY BID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771632" y="1371600"/>
            <a:ext cx="2340864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26496" y="1417320"/>
            <a:ext cx="22311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DEFAULT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" y="1737360"/>
            <a:ext cx="11887200" cy="38404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4592" y="1737360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" y="1792224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SAMI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35808" y="1792224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$10,000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1792224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$2,500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61888" y="1792224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$50,000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1792224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$30,000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2288" y="1792224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$10,000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53928" y="1792224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" y="2139696"/>
            <a:ext cx="11887200" cy="384048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64592" y="2139696"/>
            <a:ext cx="36576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" y="219456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0CC77"/>
                </a:solidFill>
              </a:rPr>
              <a:t>AMJAD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35808" y="219456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$10,000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8" y="2194560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$2,500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61888" y="2194560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$50,000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16368" y="219456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$30,000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62288" y="2194560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$10,000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53928" y="2194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CC77"/>
                </a:solidFill>
              </a:rPr>
              <a:t>TEAM 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4592" y="2542032"/>
            <a:ext cx="11887200" cy="38404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64592" y="2542032"/>
            <a:ext cx="36576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" y="2596896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0CC77"/>
                </a:solidFill>
              </a:rPr>
              <a:t>UBAID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35808" y="2596896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$10,000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07408" y="2596896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$2,500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61888" y="2596896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$50,000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16368" y="2596896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$30,000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62288" y="2596896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$10,000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53928" y="2596896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CC77"/>
                </a:solidFill>
              </a:rPr>
              <a:t>TEAM 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4592" y="2944368"/>
            <a:ext cx="11887200" cy="384048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64592" y="2944368"/>
            <a:ext cx="36576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0896" y="2999232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0CC77"/>
                </a:solidFill>
              </a:rPr>
              <a:t>ABRAR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35808" y="299923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$10,000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07408" y="2999232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$2,500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61888" y="2999232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$50,000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16368" y="299923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$30,000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62288" y="2999232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$10,000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53928" y="29992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CC77"/>
                </a:solidFill>
              </a:rPr>
              <a:t>TEAM 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4592" y="3346703"/>
            <a:ext cx="11887200" cy="38404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64592" y="3346703"/>
            <a:ext cx="36576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10896" y="3401568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0CC77"/>
                </a:solidFill>
              </a:rPr>
              <a:t>JUNAID 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35808" y="340156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$10,000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07408" y="3401568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$2,500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61888" y="3401568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$60,000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16368" y="340156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$40,000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62288" y="3401568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$10,000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53928" y="340156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CC77"/>
                </a:solidFill>
              </a:rPr>
              <a:t>TEAM 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64592" y="3749039"/>
            <a:ext cx="11887200" cy="384048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64592" y="3749039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10896" y="3803903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RIAZ OG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35808" y="3803903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$35,000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07408" y="3803903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$2,500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61888" y="3803903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$65,000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16368" y="3803903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$45,000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62288" y="3803903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$10,000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853928" y="3803903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4592" y="4151376"/>
            <a:ext cx="11887200" cy="38404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64592" y="4151376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10896" y="420624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IMRAN KHAN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35808" y="4206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$35,000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07408" y="4206240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$2,500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61888" y="4206240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$75,000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516368" y="42062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$55,000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62288" y="4206240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$10,000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853928" y="4206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64592" y="4553712"/>
            <a:ext cx="11887200" cy="384048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64592" y="4553712"/>
            <a:ext cx="36576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10896" y="4608576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0CC77"/>
                </a:solidFill>
              </a:rPr>
              <a:t>SALMAN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35808" y="4608576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$35,000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07408" y="4608576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$2,500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961888" y="4608576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$75,000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516368" y="4608576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$55,000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162288" y="4608576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$10,000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853928" y="4608576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CC77"/>
                </a:solidFill>
              </a:rPr>
              <a:t>TEAM 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4592" y="4956048"/>
            <a:ext cx="11887200" cy="38404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64592" y="4956048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10896" y="5010912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ALEEM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035808" y="501091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$35,000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407408" y="5010912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$2,500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961888" y="5010912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$65,000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516368" y="501091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$45,000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162288" y="5010912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$10,000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853928" y="501091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6638544"/>
            <a:ext cx="11795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822960"/>
            <a:ext cx="118872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0FFAA"/>
                </a:solidFill>
              </a:rPr>
              <a:t>GAME-CHANGERS (STAGE 2) — COMPLETE PRICE 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1307592"/>
            <a:ext cx="11841480" cy="36576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1371600"/>
            <a:ext cx="2889504" cy="34747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" y="1417320"/>
            <a:ext cx="27797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PLAYER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90672" y="1371600"/>
            <a:ext cx="1335024" cy="34747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45536" y="1417320"/>
            <a:ext cx="12252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62272" y="1371600"/>
            <a:ext cx="1517904" cy="34747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417320"/>
            <a:ext cx="14081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INCREMENTS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371600"/>
            <a:ext cx="1517904" cy="34747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1417320"/>
            <a:ext cx="14081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MAX BID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2" y="1371600"/>
            <a:ext cx="1609344" cy="34747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1417320"/>
            <a:ext cx="14996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RE-ENTRY CAP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17152" y="1371600"/>
            <a:ext cx="1517904" cy="34747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72016" y="1417320"/>
            <a:ext cx="14081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RE-ENTRY BID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771632" y="1371600"/>
            <a:ext cx="2340864" cy="34747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26496" y="1417320"/>
            <a:ext cx="22311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DEFAULT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" y="1737360"/>
            <a:ext cx="11887200" cy="38404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4592" y="1737360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" y="1792224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AHSAN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35808" y="1792224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$125,000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1792224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61888" y="1792224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$230,000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1792224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$190,000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2288" y="1792224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53928" y="1792224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" y="2139696"/>
            <a:ext cx="11887200" cy="384048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64592" y="2139696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" y="219456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HASHIM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35808" y="219456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$90,000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8" y="2194560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61888" y="2194560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$165,000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16368" y="219456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$125,000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62288" y="2194560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53928" y="2194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4592" y="2542032"/>
            <a:ext cx="11887200" cy="38404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64592" y="2542032"/>
            <a:ext cx="36576" cy="384048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" y="2596896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0CC77"/>
                </a:solidFill>
              </a:rPr>
              <a:t>AAMER KHAN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35808" y="2596896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$115,000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07408" y="2596896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61888" y="2596896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$205,000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16368" y="2596896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$165,000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62288" y="2596896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53928" y="2596896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CC77"/>
                </a:solidFill>
              </a:rPr>
              <a:t>TEAM 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4592" y="2944368"/>
            <a:ext cx="11887200" cy="384048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64592" y="2944368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0896" y="2999232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MUQTADAR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35808" y="299923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$80,000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07408" y="2999232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61888" y="2999232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$165,000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16368" y="299923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$125,000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62288" y="2999232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53928" y="29992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4592" y="3346703"/>
            <a:ext cx="11887200" cy="38404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64592" y="3346703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10896" y="3401568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FAIZUDDIN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35808" y="340156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$140,000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07408" y="3401568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61888" y="3401568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$220,000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16368" y="340156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$180,000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62288" y="3401568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53928" y="340156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64592" y="3749039"/>
            <a:ext cx="11887200" cy="384048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64592" y="3749039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10896" y="3803903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FARHAN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35808" y="3803903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$140,000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07408" y="3803903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61888" y="3803903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$220,000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16368" y="3803903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$180,000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62288" y="3803903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853928" y="3803903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4592" y="4151376"/>
            <a:ext cx="11887200" cy="38404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64592" y="4151376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10896" y="420624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ADIL MD.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35808" y="4206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$140,000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07408" y="4206240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61888" y="4206240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$220,000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516368" y="42062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$180,000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62288" y="4206240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853928" y="4206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64592" y="4553712"/>
            <a:ext cx="11887200" cy="384048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64592" y="4553712"/>
            <a:ext cx="36576" cy="384048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10896" y="4608576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0CC77"/>
                </a:solidFill>
              </a:rPr>
              <a:t>ZAIN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35808" y="4608576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$135,000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07408" y="4608576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961888" y="4608576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$210,000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516368" y="4608576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$170,000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162288" y="4608576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853928" y="4608576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CC77"/>
                </a:solidFill>
              </a:rPr>
              <a:t>TEAM C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4592" y="4956048"/>
            <a:ext cx="11887200" cy="38404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64592" y="4956048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10896" y="5010912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ABDUL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035808" y="501091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$150,000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407408" y="5010912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961888" y="5010912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$225,000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516368" y="501091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$185,000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162288" y="5010912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853928" y="501091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64592" y="5358384"/>
            <a:ext cx="11887200" cy="384048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64592" y="5358384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10896" y="5413248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AJJU MERAJ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035808" y="541324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$150,000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407408" y="5413248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961888" y="5413248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$215,000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516368" y="541324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$175,000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162288" y="5413248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853928" y="541324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4592" y="5760720"/>
            <a:ext cx="11887200" cy="38404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64592" y="5760720"/>
            <a:ext cx="36576" cy="384048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10896" y="5815584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0CC77"/>
                </a:solidFill>
              </a:rPr>
              <a:t>HASAN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035808" y="5815584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$145,000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407408" y="5815584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961888" y="5815584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$225,000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516368" y="5815584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$185,000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162288" y="5815584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853928" y="5815584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CC77"/>
                </a:solidFill>
              </a:rPr>
              <a:t>TEAM C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64592" y="6163056"/>
            <a:ext cx="11887200" cy="384048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64592" y="6163056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10896" y="621792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MASROOR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035808" y="62179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$150,000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407408" y="6217920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961888" y="6217920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$230,000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516368" y="62179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$190,000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162288" y="6217920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853928" y="62179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82880" y="6638544"/>
            <a:ext cx="11795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822960"/>
            <a:ext cx="118872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BB44FF"/>
                </a:solidFill>
              </a:rPr>
              <a:t>SPECIALISTS (STAGE 1) — COMPLETE PRICE 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1307592"/>
            <a:ext cx="11841480" cy="36576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1371600"/>
            <a:ext cx="2889504" cy="347472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" y="1417320"/>
            <a:ext cx="27797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PLAYER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90672" y="1371600"/>
            <a:ext cx="1335024" cy="347472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45536" y="1417320"/>
            <a:ext cx="12252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62272" y="1371600"/>
            <a:ext cx="1517904" cy="347472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417320"/>
            <a:ext cx="14081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INCREMENTS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371600"/>
            <a:ext cx="1517904" cy="347472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1417320"/>
            <a:ext cx="14081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MAX BID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2" y="1371600"/>
            <a:ext cx="1609344" cy="347472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1417320"/>
            <a:ext cx="14996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RE-ENTRY CAP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17152" y="1371600"/>
            <a:ext cx="1517904" cy="347472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72016" y="1417320"/>
            <a:ext cx="14081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RE-ENTRY BID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771632" y="1371600"/>
            <a:ext cx="2340864" cy="347472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26496" y="1417320"/>
            <a:ext cx="22311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DEFAULT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" y="1737360"/>
            <a:ext cx="11887200" cy="38404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4592" y="1737360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" y="1792224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JABIR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35808" y="1792224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$180,000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1792224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61888" y="1792224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$260,000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1792224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$220,000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2288" y="1792224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53928" y="1792224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" y="2139696"/>
            <a:ext cx="11887200" cy="384048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64592" y="2139696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" y="219456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JUNAID 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35808" y="219456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$170,000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8" y="2194560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61888" y="2194560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$250,000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16368" y="219456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$210,000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62288" y="2194560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53928" y="2194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4592" y="2542032"/>
            <a:ext cx="11887200" cy="38404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64592" y="2542032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" y="2596896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IMRAN KHAJA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35808" y="2596896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$155,000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07408" y="2596896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61888" y="2596896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$235,000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16368" y="2596896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$195,000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62288" y="2596896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53928" y="2596896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4592" y="2944368"/>
            <a:ext cx="11887200" cy="384048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64592" y="2944368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0896" y="2999232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ASHRAF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35808" y="299923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$165,000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07408" y="2999232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61888" y="2999232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$245,000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16368" y="299923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$205,000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62288" y="2999232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53928" y="29992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4592" y="3346703"/>
            <a:ext cx="11887200" cy="38404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64592" y="3346703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10896" y="3401568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MEHBOOB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35808" y="340156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$165,000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07408" y="3401568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61888" y="3401568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$245,000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16368" y="340156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$205,000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62288" y="3401568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53928" y="340156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64592" y="3749039"/>
            <a:ext cx="11887200" cy="384048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64592" y="3749039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10896" y="3803903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SADEEN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35808" y="3803903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$185,000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07408" y="3803903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61888" y="3803903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$265,000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16368" y="3803903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$225,000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62288" y="3803903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853928" y="3803903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4592" y="4151376"/>
            <a:ext cx="11887200" cy="38404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64592" y="4151376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10896" y="420624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ADIL MANGA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35808" y="4206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$160,000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07408" y="4206240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61888" y="4206240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$240,000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516368" y="42062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$200,000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62288" y="4206240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853928" y="4206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64592" y="4553712"/>
            <a:ext cx="11887200" cy="384048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64592" y="4553712"/>
            <a:ext cx="36576" cy="384048"/>
          </a:xfrm>
          <a:prstGeom prst="rect">
            <a:avLst/>
          </a:prstGeom>
          <a:solidFill>
            <a:srgbClr val="BB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10896" y="4608576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0CC77"/>
                </a:solidFill>
              </a:rPr>
              <a:t>AYUB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35808" y="4608576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$180,000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07408" y="4608576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961888" y="4608576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$260,000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516368" y="4608576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$220,000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162288" y="4608576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853928" y="4608576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CC77"/>
                </a:solidFill>
              </a:rPr>
              <a:t>TEAM 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4592" y="4956048"/>
            <a:ext cx="11887200" cy="38404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64592" y="4956048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10896" y="5010912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SAMI UDDIN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035808" y="501091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$180,000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407408" y="5010912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961888" y="5010912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$260,000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516368" y="501091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$220,000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162288" y="5010912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853928" y="501091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64592" y="5358384"/>
            <a:ext cx="11887200" cy="384048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64592" y="5358384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10896" y="5413248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MUZAFFAR P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035808" y="541324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$185,000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407408" y="5413248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961888" y="5413248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$265,000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516368" y="541324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$225,000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162288" y="5413248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853928" y="541324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4592" y="5760720"/>
            <a:ext cx="11887200" cy="38404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64592" y="5760720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10896" y="5815584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ATIF MD.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035808" y="5815584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$205,000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407408" y="5815584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961888" y="5815584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$285,000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516368" y="5815584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$245,000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162288" y="5815584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853928" y="5815584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64592" y="6163056"/>
            <a:ext cx="11887200" cy="384048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64592" y="6163056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10896" y="621792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ASIF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035808" y="62179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$200,000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407408" y="6217920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$5,000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961888" y="6217920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$280,000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516368" y="62179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$240,000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162288" y="6217920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$20,000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853928" y="62179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82880" y="6638544"/>
            <a:ext cx="11795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822960"/>
            <a:ext cx="118872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7700"/>
                </a:solidFill>
              </a:rPr>
              <a:t>SPECIALISTS (STAGE 2) — COMPLETE PRICE 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1307592"/>
            <a:ext cx="11841480" cy="36576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1371600"/>
            <a:ext cx="2889504" cy="347472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" y="1417320"/>
            <a:ext cx="27797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PLAYER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90672" y="1371600"/>
            <a:ext cx="1335024" cy="347472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45536" y="1417320"/>
            <a:ext cx="12252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62272" y="1371600"/>
            <a:ext cx="1517904" cy="347472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417320"/>
            <a:ext cx="14081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INCREMENTS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371600"/>
            <a:ext cx="1517904" cy="347472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1417320"/>
            <a:ext cx="14081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MAX BID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2" y="1371600"/>
            <a:ext cx="1609344" cy="347472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1417320"/>
            <a:ext cx="14996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RE-ENTRY CAP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17152" y="1371600"/>
            <a:ext cx="1517904" cy="347472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72016" y="1417320"/>
            <a:ext cx="14081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RE-ENTRY BID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771632" y="1371600"/>
            <a:ext cx="2340864" cy="347472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26496" y="1417320"/>
            <a:ext cx="22311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DEFAULT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" y="1737360"/>
            <a:ext cx="11887200" cy="38404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4592" y="1737360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" y="1792224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YOUSUF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35808" y="1792224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$235,000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1792224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$7,500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61888" y="1792224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$355,000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1792224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$295,000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2288" y="1792224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$30,000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53928" y="1792224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" y="2139696"/>
            <a:ext cx="11887200" cy="384048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64592" y="2139696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" y="219456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MUJJU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35808" y="219456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$240,000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8" y="2194560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$7,500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61888" y="2194560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$360,000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16368" y="219456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$300,000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62288" y="2194560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$30,000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53928" y="2194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4592" y="2542032"/>
            <a:ext cx="11887200" cy="38404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64592" y="2542032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" y="2596896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MUDASSIR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35808" y="2596896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$235,000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07408" y="2596896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$7,500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61888" y="2596896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$355,000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16368" y="2596896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$295,000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62288" y="2596896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$30,000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53928" y="2596896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4592" y="2944368"/>
            <a:ext cx="11887200" cy="384048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64592" y="2944368"/>
            <a:ext cx="36576" cy="384048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0896" y="2999232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0CC77"/>
                </a:solidFill>
              </a:rPr>
              <a:t>SHAKEEL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35808" y="299923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$235,000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07408" y="2999232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$7,500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61888" y="2999232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$355,000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16368" y="299923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$295,000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62288" y="2999232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$30,000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53928" y="29992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CC77"/>
                </a:solidFill>
              </a:rPr>
              <a:t>TEAM B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4592" y="3346703"/>
            <a:ext cx="11887200" cy="38404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64592" y="3346703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10896" y="3401568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KHALID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035808" y="340156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$270,000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07408" y="3401568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$7,500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61888" y="3401568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$390,000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16368" y="340156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$330,000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62288" y="3401568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$30,000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53928" y="340156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64592" y="3749039"/>
            <a:ext cx="11887200" cy="384048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64592" y="3749039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10896" y="3803903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MERAJ 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35808" y="3803903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$230,000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07408" y="3803903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$7,500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61888" y="3803903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$350,000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16368" y="3803903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$290,000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62288" y="3803903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$30,000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853928" y="3803903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4592" y="4151376"/>
            <a:ext cx="11887200" cy="38404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64592" y="4151376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10896" y="420624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WAJID ALI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35808" y="4206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$250,000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07408" y="4206240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$7,500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61888" y="4206240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$370,000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516368" y="42062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$310,000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62288" y="4206240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$30,000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853928" y="4206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64592" y="4553712"/>
            <a:ext cx="11887200" cy="384048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64592" y="4553712"/>
            <a:ext cx="36576" cy="384048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10896" y="4608576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0CC77"/>
                </a:solidFill>
              </a:rPr>
              <a:t>WAJID MOIN ⚠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35808" y="4608576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$245,000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07408" y="4608576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$7,500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961888" y="4608576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$365,000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516368" y="4608576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$305,000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162288" y="4608576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$30,000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853928" y="4608576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0CC77"/>
                </a:solidFill>
              </a:rPr>
              <a:t>TEAM 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82880" y="6638544"/>
            <a:ext cx="11795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4592" y="228600"/>
            <a:ext cx="594360" cy="5943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 i="0">
                <a:solidFill>
                  <a:srgbClr val="040D1E"/>
                </a:solidFill>
              </a:rPr>
              <a:t>CBC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822960"/>
            <a:ext cx="118872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</a:rPr>
              <a:t>HEAVYWEIGHTS — COMPLETE PRICE 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1307592"/>
            <a:ext cx="1184148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1371600"/>
            <a:ext cx="2889504" cy="3474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" y="1417320"/>
            <a:ext cx="27797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PLAYER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90672" y="1371600"/>
            <a:ext cx="1335024" cy="3474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45536" y="1417320"/>
            <a:ext cx="12252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62272" y="1371600"/>
            <a:ext cx="1517904" cy="3474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417320"/>
            <a:ext cx="14081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INCREMENTS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371600"/>
            <a:ext cx="1517904" cy="3474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1417320"/>
            <a:ext cx="14081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MAX BID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2" y="1371600"/>
            <a:ext cx="1609344" cy="3474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1417320"/>
            <a:ext cx="14996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RE-ENTRY CAP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17152" y="1371600"/>
            <a:ext cx="1517904" cy="3474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72016" y="1417320"/>
            <a:ext cx="14081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RE-ENTRY BID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771632" y="1371600"/>
            <a:ext cx="2340864" cy="3474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26496" y="1417320"/>
            <a:ext cx="22311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40D1E"/>
                </a:solidFill>
              </a:rPr>
              <a:t>DEFAULT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" y="1737360"/>
            <a:ext cx="11887200" cy="38404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4592" y="1737360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" y="1792224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RAHMAT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35808" y="1792224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$350,000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1792224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$10,000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61888" y="1792224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$510,000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1792224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$430,000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2288" y="1792224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$40,000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53928" y="1792224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" y="2139696"/>
            <a:ext cx="11887200" cy="384048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64592" y="2139696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" y="2194560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RIAZ 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35808" y="219456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$360,000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8" y="2194560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$10,000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61888" y="2194560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$520,000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16368" y="219456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$440,000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62288" y="2194560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$40,000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53928" y="2194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4592" y="2542032"/>
            <a:ext cx="11887200" cy="38404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64592" y="2542032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" y="2596896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ZIKRAN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35808" y="2596896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$330,000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07408" y="2596896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$10,000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61888" y="2596896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$490,000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16368" y="2596896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$410,000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62288" y="2596896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$40,000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53928" y="2596896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4592" y="2944368"/>
            <a:ext cx="11887200" cy="384048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64592" y="2944368"/>
            <a:ext cx="36576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0896" y="2999232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SHAHZOR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35808" y="299923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$340,000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07408" y="2999232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$10,000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61888" y="2999232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FFE600"/>
                </a:solidFill>
              </a:rPr>
              <a:t>$500,000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16368" y="299923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$420,000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62288" y="2999232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$40,000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53928" y="29992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7896AB"/>
                </a:solidFill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2880" y="6638544"/>
            <a:ext cx="11795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040D1E"/>
                </a:solidFill>
              </a:rPr>
              <a:t>CRIC BUDDIES CLUB  ·  AUCTION 2026  ·  TOURNAMENT 1 – SEASON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