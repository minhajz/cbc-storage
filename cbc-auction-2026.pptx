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200000">
            <a:off x="73152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200000">
            <a:off x="86868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200000">
            <a:off x="100584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2436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097280"/>
            <a:ext cx="1280160" cy="1280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1005840"/>
            <a:ext cx="1463040" cy="1463040"/>
          </a:xfrm>
          <a:prstGeom prst="ellipse">
            <a:avLst/>
          </a:prstGeom>
          <a:noFill/>
          <a:ln w="19050">
            <a:solidFill>
              <a:srgbClr val="008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109728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00D4FF"/>
                </a:solidFill>
              </a:rPr>
              <a:t>CRIC BUDDIES CLUB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7830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AUCTION –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3063240"/>
            <a:ext cx="96012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3200400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7896AB"/>
                </a:solidFill>
              </a:rPr>
              <a:t>TOURNAMENT 1  ·  SEASON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749039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DDEE"/>
                </a:solidFill>
              </a:rPr>
              <a:t>45 PLAYERS  ·  11 ROUNDS  ·  5 CATEGORIES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</a:rPr>
              <a:t>GC STAGE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9 Players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351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5666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00FFAA"/>
                </a:solidFill>
              </a:rPr>
              <a:t>GC STAGE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666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12 Players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2130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445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BB44FF"/>
                </a:solidFill>
              </a:rPr>
              <a:t>SPEC STAGE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445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12 Players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9091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224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7700"/>
                </a:solidFill>
              </a:rPr>
              <a:t>SPEC STAGE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8 Players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6881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003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003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4 Players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280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 i="0">
                <a:solidFill>
                  <a:srgbClr val="00D4FF"/>
                </a:solidFill>
              </a:rPr>
              <a:t>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01414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9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0D4FF"/>
                </a:solidFill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AMJAD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UBAID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ABRAR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JUNAID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SALMAN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01414"/>
          </a:solidFill>
          <a:ln w="63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FFAA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0FFAA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$125,000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$125,000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$90,000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$90,000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$115,000 / MAX: $205,000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AAMER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$115,000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$205,000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$80,000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$135,000 / MAX: $210,000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ZAIN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$210,000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$215,000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$215,000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$145,000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HASAN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14"/>
          </a:solidFill>
          <a:ln w="63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BB44F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BB44FF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$170,000 / MAX: $250,000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JUNAID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$170,000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$250,000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$155,000 / MAX: $235,000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$160,000 / MAX: $240,000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AYUB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$205,000 / MAX: $285,000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$205,000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$285,000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$200,000 / MAX: $280,000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$200,000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$280,000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00"/>
          </a:solidFill>
          <a:ln w="63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8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7700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FF7700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$240,000 / MAX: $360,000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SHAKEEL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$270,000 / MAX: $390,000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$270,000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$230,000 / MAX: $350,000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$250,000 / MAX: $370,000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$370,000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$245,000 / MAX: $365,000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WAJID MOIN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199632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63440" y="3566160"/>
            <a:ext cx="7315200" cy="457200"/>
          </a:xfrm>
          <a:prstGeom prst="rect">
            <a:avLst/>
          </a:prstGeom>
          <a:solidFill>
            <a:srgbClr val="06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63440" y="3566160"/>
            <a:ext cx="45720" cy="4572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73168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DEFAULT TEAM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3621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63440" y="40965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63440" y="4096512"/>
            <a:ext cx="91440" cy="14173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46320" y="4206240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45354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$245,000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$365,000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00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HEAVYWEIGHTS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4 PLAYERS IN THIS CATEGORY</a:t>
            </a:r>
          </a:p>
        </p:txBody>
      </p:sp>
      <p:sp>
        <p:nvSpPr>
          <p:cNvPr id="11" name="Oval 10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</a:rPr>
              <a:t>CRIC BUDDIES CLUB  ·  AUCTION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$350,000 / MAX: $510,000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$510,000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$360,000 / MAX: $520,000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$330,000 / MAX: $490,000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$490,000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$340,000 / MAX: $500,000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2801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280160"/>
            <a:ext cx="45720" cy="457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362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3350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17373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17373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8196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INCREMENTS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922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94560"/>
            <a:ext cx="7315200" cy="457200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194560"/>
            <a:ext cx="45720" cy="457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22768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MAX BID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2494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51760"/>
            <a:ext cx="7315200" cy="45720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26517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7340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BID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7066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108960"/>
            <a:ext cx="7315200" cy="4572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3108960"/>
            <a:ext cx="45720" cy="457200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</a:rPr>
              <a:t>RE-ENTRY CAP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163824"/>
            <a:ext cx="3200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639312"/>
            <a:ext cx="7315200" cy="1417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3639312"/>
            <a:ext cx="91440" cy="14173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0" y="3749039"/>
            <a:ext cx="7040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4078224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i="0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GAME-CHANGERS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AMJAD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UBAID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ABRAR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JUNAID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SALMAN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0FFAA"/>
                </a:solidFill>
              </a:rPr>
              <a:t>GAME-CHANGERS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AAMER KHAN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ZAIN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HASAN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BB44FF"/>
                </a:solidFill>
              </a:rPr>
              <a:t>SPECIALISTS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JUNAID 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AYUB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</a:rPr>
              <a:t>SPECIALISTS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SHAKEEL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WAJID MOIN 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</a:rPr>
              <a:t>HEAVYWEIGHTS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