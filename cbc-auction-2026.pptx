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414223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0" y="2743200"/>
            <a:ext cx="274320" cy="4114800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entury Gothic"/>
              </a:rPr>
              <a:t>CRIC BUDDIES CLUB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E600"/>
                </a:solidFill>
                <a:latin typeface="Century Gothic"/>
              </a:rPr>
              <a:t>AUCTION –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31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DBEFF9"/>
                </a:solidFill>
                <a:latin typeface="Century Gothic"/>
              </a:rPr>
              <a:t>TOURNAMENT 1  ·  SEASON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29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9DD9"/>
                </a:solidFill>
                <a:latin typeface="Century Gothic"/>
              </a:rPr>
              <a:t>  45 PLAYERS  ·  11 ROUNDS  ·  5 CATEGORIES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FFFFFF"/>
                </a:solidFill>
                <a:latin typeface="Century Gothic"/>
              </a:rPr>
              <a:t>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1148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C B 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BEFF9"/>
                </a:solidFill>
                <a:latin typeface="Century Gothic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E600"/>
                </a:solidFill>
                <a:latin typeface="Century Gothic"/>
              </a:rPr>
              <a:t>9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entury Gothic"/>
              </a:rPr>
              <a:t>SAMI SIDDIQUI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$50,000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AMJAD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$50,000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UBAID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$50,000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ABRAR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$50,000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IMRAN KHAN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RIAZ OG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MUQTADAR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$75,000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SALMAN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$75,000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ALEEM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6FC6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BEFF9"/>
                </a:solidFill>
                <a:latin typeface="Century Gothic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E600"/>
                </a:solidFill>
                <a:latin typeface="Century Gothic"/>
              </a:rPr>
              <a:t>12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AJJU MERAJ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$230,000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$190,000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HASHIM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$85,000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$125,000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$85,000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AAMER KHAN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$125,000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$205,000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$165,000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$125,000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JUNAID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$85,000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$165,000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$125,000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$85,000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FAIZUDDIN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FARHAN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ADIL MD.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ZAIN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$130,000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$210,000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$170,000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ABDUL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$145,000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$225,000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$145,000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AHSAN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$215,000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$175,000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HASAN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$145,000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$225,000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$185,000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$145,000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MASROOR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GAME-CHANGERS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9D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$230,000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$190,000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BEFF9"/>
                </a:solidFill>
                <a:latin typeface="Century Gothic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E600"/>
                </a:solidFill>
                <a:latin typeface="Century Gothic"/>
              </a:rPr>
              <a:t>12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JABIR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$180,000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$180,000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JUNAID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$170,000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$250,000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$170,000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IMRAN KHAJA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$155,000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$195,000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$155,000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ASHRAF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$165,000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$245,000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$165,000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MEHBOOB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$165,000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$245,000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$165,000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SADEEN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$185,000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$185,000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ADIL MANGA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$160,000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$240,000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$160,000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AYUB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$180,000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$260,000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$180,000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SAMI UDDIN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$180,000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$180,000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MUZAFFAR 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$185,000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$265,000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$185,000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ATIF MD.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$205,000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$285,000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$245,000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$205,000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ASIF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BD0D9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$200,000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$280,000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107259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DBEFF9"/>
                </a:solidFill>
                <a:latin typeface="Century Gothic"/>
              </a:rPr>
              <a:t>STAGE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E600"/>
                </a:solidFill>
                <a:latin typeface="Century Gothic"/>
              </a:rPr>
              <a:t>8 PLAYERS IN THIS CATEGORY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YOUSUF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$355,000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MUJJU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$360,000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MUDASSIR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$355,000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SHAKEEL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$355,000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KHALID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$270,000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$390,000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$330,000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$270,000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MERAJ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$230,000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$350,000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$290,000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WAJID ALI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$370,000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WAJID MOIN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SPECIALISTS   (STAGE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892040"/>
            <a:ext cx="320040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19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7406D"/>
                </a:solidFill>
                <a:latin typeface="Century Gothic"/>
              </a:rPr>
              <a:t>✓ DEFAULT: TEAM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CF9B"/>
                </a:solidFill>
                <a:latin typeface="Century Gothic"/>
              </a:rPr>
              <a:t>AUCTION DETAILS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$245,000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$365,000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$305,000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61188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46320" y="3611880"/>
            <a:ext cx="45720" cy="5029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36667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DEFAULT TEAM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6484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$245,000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11274552" cy="1645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</a:rPr>
              <a:t>HEAVYWEIGHTS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E600"/>
                </a:solidFill>
                <a:latin typeface="Century Gothic"/>
              </a:rPr>
              <a:t>4 PLAYERS IN THIS 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DBEFF9"/>
                </a:solidFill>
                <a:latin typeface="Century Gothic"/>
              </a:rPr>
              <a:t>CRIC BUDDIES CLUB  ·  AUCTION 2026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RAHMAT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$350,000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$510,000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$430,000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$350,000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entury Gothic"/>
              </a:rPr>
              <a:t>RIAZ AHMED (GOAT)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$360,000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$520,000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$440,000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$360,000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ZIKRAN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$330,000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$490,000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$410,000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$330,000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34840" y="0"/>
            <a:ext cx="164592" cy="685800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256032"/>
            <a:ext cx="1280160" cy="54864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743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entury Gothic"/>
              </a:rPr>
              <a:t>ROUND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" y="164592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entury Gothic"/>
              </a:rPr>
              <a:t>SHAHZOR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3474720" cy="6400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42519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9DD9"/>
                </a:solidFill>
                <a:latin typeface="Century Gothic"/>
              </a:rPr>
              <a:t>HEAVYWEIGHTS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5029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CCA62"/>
                </a:solidFill>
                <a:latin typeface="Century Gothic"/>
              </a:rPr>
              <a:t>AUCTION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978408"/>
            <a:ext cx="6858000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109728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15214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BASE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13385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$340,000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160020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46320" y="160020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165506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INCREMENTS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63677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210312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215798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MAX BID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13969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E600"/>
                </a:solidFill>
                <a:latin typeface="Century Gothic"/>
              </a:rPr>
              <a:t>$500,000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2606040"/>
            <a:ext cx="6858000" cy="50292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260604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6048" y="266090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BID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64261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46320" y="3108960"/>
            <a:ext cx="6858000" cy="50292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46320" y="3108960"/>
            <a:ext cx="45720" cy="5029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163824"/>
            <a:ext cx="3319272" cy="429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DBEFF9"/>
                </a:solidFill>
                <a:latin typeface="Century Gothic"/>
              </a:rPr>
              <a:t>RE-ENTRY CAP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3145536"/>
            <a:ext cx="3429000" cy="448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 i="0">
                <a:solidFill>
                  <a:srgbClr val="FFFFFF"/>
                </a:solidFill>
                <a:latin typeface="Century Gothic"/>
              </a:rPr>
              <a:t>$420,000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4160520"/>
            <a:ext cx="6858000" cy="1463040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846320" y="4160520"/>
            <a:ext cx="91440" cy="14630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42519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BEFF9"/>
                </a:solidFill>
                <a:latin typeface="Century Gothic"/>
              </a:rPr>
              <a:t>STARTING BID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663440"/>
            <a:ext cx="6583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E600"/>
                </a:solidFill>
                <a:latin typeface="Century Gothic"/>
              </a:rPr>
              <a:t>$340,000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" y="6446520"/>
            <a:ext cx="11640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7899"/>
                </a:solidFill>
                <a:latin typeface="Century Gothic"/>
              </a:rPr>
              <a:t>CRIC BUDDIES CLUB  ·  AUCTION 2026  ·  TOURNAMENT 1 – SEASON 2026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GAME-CHANGERS (STAGE 1)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Sami Siddiqui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Amjad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Ubaid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Abrar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6324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63240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1089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Imran Khan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$60,000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1089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9300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93008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3872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Riaz OG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$25,000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$65,000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387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92277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922776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6849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Muqtadar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$35,000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$75,000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$55,000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684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5254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52544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9826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Salman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$35,000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$55,000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982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78231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" y="4782312"/>
            <a:ext cx="45720" cy="429768"/>
          </a:xfrm>
          <a:prstGeom prst="rect">
            <a:avLst/>
          </a:prstGeom>
          <a:solidFill>
            <a:srgbClr val="0F6F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82803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Aleem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1188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0060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$2,500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$65,000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$45,000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360" y="482803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52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GAME-CHANGERS (STAGE 2)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Ajju Meraj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$150,000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$230,000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$190,000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Hashim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$85,000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$165,000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$125,000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Aamer Khan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$125,000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$165,000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Junaid 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$85,000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$165,000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$125,000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6324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63240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1089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Faizuddin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$140,000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1089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9300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93008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3872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Farhan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$140,000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387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92277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922776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6849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Adil Md.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$140,000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684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5254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52544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9826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Zain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$130,000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$210,000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$170,000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982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78231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" y="4782312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82803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Abdul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1188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$145,000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0060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$185,000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360" y="482803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52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521208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65760" y="5212080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1480" y="525780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Ahsan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1188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$135,000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0060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98932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$215,000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17804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$175,000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66760" y="525780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738360" y="525780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52760" y="525780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64184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5760" y="5641848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11480" y="568756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Hasan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1188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$145,000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0060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8932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17804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$185,000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66760" y="568756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738360" y="568756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652760" y="568756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C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607161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65760" y="6071616"/>
            <a:ext cx="45720" cy="429768"/>
          </a:xfrm>
          <a:prstGeom prst="rect">
            <a:avLst/>
          </a:prstGeom>
          <a:solidFill>
            <a:srgbClr val="009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11480" y="611733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Masroor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1188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$150,000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932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$230,000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7804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$190,000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11733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738360" y="611733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652760" y="611733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SPECIALISTS   (STAGE 1)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Jabir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$180,000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Junaid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$170,000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$250,000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$210,000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Imran Khaja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$155,000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$235,000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$195,000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Ashraf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$165,000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6324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63240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1089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Mehboob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$165,000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$245,000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$205,000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1089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9300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93008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3872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Sadeen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$185,000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$265,000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387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92277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922776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6849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Adil Manga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$160,000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684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5254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52544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9826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Ayub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$180,000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$260,000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982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782312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65760" y="4782312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1480" y="482803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Sami Uddin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1188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$180,000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0060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98932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$260,000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178040" y="482803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$220,000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366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738360" y="482803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652760" y="482803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5212080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65760" y="5212080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1480" y="525780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Muzaffar 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1188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$185,000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0060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98932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$265,000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178040" y="525780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$225,000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366760" y="525780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738360" y="525780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52760" y="525780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64184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65760" y="5641848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11480" y="568756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Atif Md.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1188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$205,000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0060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98932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$285,000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178040" y="568756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$245,000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66760" y="568756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738360" y="568756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652760" y="568756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5760" y="607161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65760" y="6071616"/>
            <a:ext cx="45720" cy="429768"/>
          </a:xfrm>
          <a:prstGeom prst="rect">
            <a:avLst/>
          </a:prstGeom>
          <a:solidFill>
            <a:srgbClr val="0BD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11480" y="611733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Asif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1188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$200,000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$5,000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8932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$280,000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78040" y="611733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$240,000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11733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$20,000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738360" y="611733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652760" y="611733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SPECIALISTS   (STAGE 2)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Yousuf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$355,000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Mujju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$240,000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$360,000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Mudassir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$355,000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Shakeel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$235,000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$355,000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$295,000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3063240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3063240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108960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Khalid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1188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$270,000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0060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$390,000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78040" y="3108960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$330,000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38360" y="3108960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52760" y="3108960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493008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5760" y="3493008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480" y="353872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Meraj 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$230,000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060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$350,000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78040" y="353872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$290,000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66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38360" y="353872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52760" y="353872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5760" y="3922776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5760" y="3922776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1480" y="396849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Wajid Ali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$250,000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0060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8932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$370,000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78040" y="396849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$310,000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66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38360" y="396849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52760" y="396849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352544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65760" y="4352544"/>
            <a:ext cx="45720" cy="429768"/>
          </a:xfrm>
          <a:prstGeom prst="rect">
            <a:avLst/>
          </a:prstGeom>
          <a:solidFill>
            <a:srgbClr val="10C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11480" y="439826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Wajid Moin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188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$245,000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0060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$7,500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8932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$365,000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78040" y="439826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$305,000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66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$30,000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38360" y="439826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52760" y="439826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Team 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49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entury Gothic"/>
              </a:rPr>
              <a:t>HEAVYWEIGHTS — COMPLETE PRICE 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04672"/>
            <a:ext cx="11457432" cy="45720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77824"/>
            <a:ext cx="11457432" cy="438912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923544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PLAYER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INCREMENTS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MAX BID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923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RE-ENTRY BID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923544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52760" y="9235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entury Gothic"/>
              </a:rPr>
              <a:t>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344168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1344168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389888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Rahmat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$350,000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$510,000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389888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$430,000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389888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389888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1773936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1773936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819656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Riaz Ahmed (GOAT)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8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$360,000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$520,000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1819656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$440,000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1819656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52760" y="1819656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03704"/>
            <a:ext cx="11457432" cy="429768"/>
          </a:xfrm>
          <a:prstGeom prst="rect">
            <a:avLst/>
          </a:prstGeom>
          <a:solidFill>
            <a:srgbClr val="0D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203704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249424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Zikran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$330,000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0060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$490,000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249424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$410,000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2249424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249424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633472"/>
            <a:ext cx="11457432" cy="429768"/>
          </a:xfrm>
          <a:prstGeom prst="rect">
            <a:avLst/>
          </a:prstGeom>
          <a:solidFill>
            <a:srgbClr val="174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2633472"/>
            <a:ext cx="45720" cy="429768"/>
          </a:xfrm>
          <a:prstGeom prst="rect">
            <a:avLst/>
          </a:prstGeom>
          <a:solidFill>
            <a:srgbClr val="7CC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2679192"/>
            <a:ext cx="3108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entury Gothic"/>
              </a:rPr>
              <a:t>Shahzor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1188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E600"/>
                </a:solidFill>
                <a:latin typeface="Century Gothic"/>
              </a:rPr>
              <a:t>$340,000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$10,000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$500,000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2679192"/>
            <a:ext cx="109728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$420,000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$40,000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8360" y="2679192"/>
            <a:ext cx="8229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52760" y="2679192"/>
            <a:ext cx="1280160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entury Gothic"/>
              </a:rPr>
              <a:t>Any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