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2743200"/>
            <a:ext cx="274320" cy="411480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entury Gothic"/>
              </a:rPr>
              <a:t>CRIC BUDDIES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49100"/>
                </a:solidFill>
                <a:latin typeface="Century Gothic"/>
              </a:rPr>
              <a:t>AUCTION –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BEFF9"/>
                </a:solidFill>
                <a:latin typeface="Century Gothic"/>
              </a:rPr>
              <a:t>TOURNAMENT 1  ·  SEASON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9DD9"/>
                </a:solidFill>
                <a:latin typeface="Century Gothic"/>
              </a:rPr>
              <a:t>  45 PLAYERS  ·  11 ROUNDS  ·  5 CATEGORIES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FFFFFF"/>
                </a:solidFill>
                <a:latin typeface="Century Gothic"/>
              </a:rPr>
              <a:t>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1148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C B 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49100"/>
                </a:solidFill>
                <a:latin typeface="Century Gothic"/>
              </a:rPr>
              <a:t>9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$75,000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$75,000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491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$125,000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$205,000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$125,000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$130,000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$210,000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$170,000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$215,000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$175,000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$225,000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491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$155,000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$155,000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$240,000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$260,000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$205,000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$285,000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$205,000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$200,000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$280,000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49100"/>
                </a:solidFill>
                <a:latin typeface="Century Gothic"/>
              </a:rPr>
              <a:t>8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$370,000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$245,000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$245,000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HEAVYWEIGHTS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49100"/>
                </a:solidFill>
                <a:latin typeface="Century Gothic"/>
              </a:rPr>
              <a:t>4 PLAYERS IN THIS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$510,000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$490,000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$340,000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49100"/>
                </a:solidFill>
                <a:latin typeface="Century Gothic"/>
              </a:rPr>
              <a:t>$500,000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9100"/>
                </a:solidFill>
                <a:latin typeface="Century Gothic"/>
              </a:rPr>
              <a:t>$340,000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GAME-CHANGERS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GAME-CHANGERS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$125,000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$85,000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$130,000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$170,000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21208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21208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5780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$135,000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$175,000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578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4184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4184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8756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$145,000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875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7161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7161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11733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$150,000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1173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SPECIALISTS  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$170,000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$155,000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$165,000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$180,000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21208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21208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5780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$185,000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578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4184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4184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8756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$205,000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$285,000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875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7161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7161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11733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$200,000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$280,000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1173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SPECIALISTS  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$360,000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$235,000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$270,000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$390,000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$330,000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$230,000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$245,000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$365,000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HEAVYWEIGHTS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$510,000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$360,000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$520,000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$440,000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$330,000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$490,000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$410,000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49100"/>
                </a:solidFill>
                <a:latin typeface="Century Gothic"/>
              </a:rPr>
              <a:t>$340,000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$420,000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