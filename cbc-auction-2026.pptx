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200000">
            <a:off x="73152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200000">
            <a:off x="86868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200000">
            <a:off x="10058400" y="-457200"/>
            <a:ext cx="182880" cy="8229600"/>
          </a:xfrm>
          <a:prstGeom prst="rect">
            <a:avLst/>
          </a:prstGeom>
          <a:solidFill>
            <a:srgbClr val="00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2436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097280"/>
            <a:ext cx="1280160" cy="12801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1005840"/>
            <a:ext cx="1463040" cy="1463040"/>
          </a:xfrm>
          <a:prstGeom prst="ellipse">
            <a:avLst/>
          </a:prstGeom>
          <a:noFill/>
          <a:ln w="19050">
            <a:solidFill>
              <a:srgbClr val="008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109728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00D4FF"/>
                </a:solidFill>
              </a:rPr>
              <a:t>CRIC BUDDIES CLUB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7830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AUCTION –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3063240"/>
            <a:ext cx="96012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3200400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>
                <a:solidFill>
                  <a:srgbClr val="7896AB"/>
                </a:solidFill>
              </a:rPr>
              <a:t>TOURNAMENT 1  ·  SEASON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749039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DDEE"/>
                </a:solidFill>
              </a:rPr>
              <a:t>45 PLAYERS  ·  11 ROUNDS  ·  5 CATEGORIES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</a:rPr>
              <a:t>GC STAGE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9 Players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351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5666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00FFAA"/>
                </a:solidFill>
              </a:rPr>
              <a:t>GC STAGE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666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12 Players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21300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4452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BB44FF"/>
                </a:solidFill>
              </a:rPr>
              <a:t>SPEC STAGE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4452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12 Players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9091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224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7700"/>
                </a:solidFill>
              </a:rPr>
              <a:t>SPEC STAGE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8 Players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6881" y="4754880"/>
            <a:ext cx="2346350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0033" y="4864608"/>
            <a:ext cx="220004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0033" y="5230368"/>
            <a:ext cx="220004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4 Players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280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 i="0">
                <a:solidFill>
                  <a:srgbClr val="00D4FF"/>
                </a:solidFill>
              </a:rPr>
              <a:t>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01414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9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0D4FF"/>
                </a:solidFill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AMJAD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UBAID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ABRAR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   |   GAME-CHANGERS (STAGE 1)   |   BASE: $10,000 / MAX: $60,000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JUNAID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$10,000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$75,000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SALMAN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$75,000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2   |   GAME-CHANGERS (STAGE 1)   |   BASE: $35,000 / MAX: $65,000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D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D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</a:rPr>
              <a:t>GAME-CHANGERS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D4FF"/>
                </a:solidFill>
              </a:rPr>
              <a:t>ROUND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$35,000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001414"/>
          </a:solidFill>
          <a:ln w="63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GAME-CHANGERS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00FFAA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0FFAA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$125,000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$125,000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$125,000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$90,000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$90,000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$90,000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$115,000 / MAX: $205,000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AAMER KHAN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$115,000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$205,000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$115,000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3   |   GAME-CHANGERS (STAGE 2)   |   BASE: $80,000 / MAX: $165,000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$165,000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$80,000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$140,000 / MAX: $220,000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$140,000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4   |   GAME-CHANGERS (STAGE 2)   |   BASE: $135,000 / MAX: $210,000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ZAIN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$210,000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$135,000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$215,000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$215,000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$145,000 / MAX: $225,000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HASAN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$145,000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$225,000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C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$145,000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FFAA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5   |   GAME-CHANGERS (STAGE 2)   |   BASE: $150,000 / MAX: $230,000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00FFAA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00FFAA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00FFAA"/>
                </a:solidFill>
              </a:rPr>
              <a:t>GAME-CHANGERS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00FFAA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GAME-CHANGERS (STAGE 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FFAA"/>
                </a:solidFill>
              </a:rPr>
              <a:t>ROUND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$150,000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14"/>
          </a:solidFill>
          <a:ln w="63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12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BB44FF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BB44FF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$170,000 / MAX: $250,000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JUNAID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$170,000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$250,000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$170,000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$155,000 / MAX: $235,000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$155,000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$235,000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$155,000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6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$165,000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$165,000 / MAX: $245,000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$165,000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$185,000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$160,000 / MAX: $240,000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$240,000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$160,000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7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AYUB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$180,000 / MAX: $260,000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$180,000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$185,000 / MAX: $265,000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$185,000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$265,000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$185,000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$205,000 / MAX: $285,000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$205,000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$285,000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$205,000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BB44FF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8   |   SPECIALISTS (STAGE 1)   |   BASE: $200,000 / MAX: $280,000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BB4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BB44FF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BB44FF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BB44FF"/>
                </a:solidFill>
              </a:rPr>
              <a:t>SPECIALISTS (STAGE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BB44FF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BB44FF"/>
                </a:solidFill>
              </a:rPr>
              <a:t>ROUND 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$200,000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$280,000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$200,000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00"/>
          </a:solidFill>
          <a:ln w="63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651760"/>
            <a:ext cx="2286000" cy="548640"/>
          </a:xfrm>
          <a:prstGeom prst="round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040D1E"/>
                </a:solidFill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8 PLAYERS IN THIS CATEGORY</a:t>
            </a:r>
          </a:p>
        </p:txBody>
      </p:sp>
      <p:sp>
        <p:nvSpPr>
          <p:cNvPr id="12" name="Oval 11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7700"/>
                </a:solidFill>
              </a:rPr>
              <a:t>CRIC BUDDIES CLUB  ·  AUCTION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FF7700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$240,000 / MAX: $360,000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$360,000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$240,000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9   |   SPECIALISTS (STAGE 2)   |   BASE: $235,000 / MAX: $355,000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SHAKEEL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6236208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$235,000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$355,000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$235,000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$270,000 / MAX: $390,000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$270,000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$270,000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$230,000 / MAX: $350,000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$350,000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$230,000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$250,000 / MAX: $370,000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$370,000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$250,000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7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10   |   SPECIALISTS (STAGE 2)   |   BASE: $245,000 / MAX: $365,000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7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7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WAJID MOIN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7700"/>
                </a:solidFill>
              </a:rPr>
              <a:t>SPECIALISTS (STAGE 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852160"/>
            <a:ext cx="3840480" cy="347472"/>
          </a:xfrm>
          <a:prstGeom prst="round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⚠  UNAVAILABLE 1 WEEK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199632"/>
            <a:ext cx="3840480" cy="347472"/>
          </a:xfrm>
          <a:prstGeom prst="roundRect">
            <a:avLst/>
          </a:prstGeom>
          <a:solidFill>
            <a:srgbClr val="00CC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DEFAULT: TEAM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7700"/>
                </a:solidFill>
              </a:rPr>
              <a:t>AUCTION DETAILS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SPECIALISTS (STAGE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7700"/>
                </a:solidFill>
              </a:rPr>
              <a:t>ROUND 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$245,000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$365,000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00CC77"/>
                </a:solidFill>
              </a:rPr>
              <a:t>TEAM: TEAM 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73168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73168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01183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82896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174991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74991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03007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284719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576816" y="2912363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576816" y="2871215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704832" y="2953511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DEFAULT TEAM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86543" y="3287268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00D4FF"/>
                </a:solidFill>
              </a:rPr>
              <a:t>TEAM 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$245,000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g_circle"/>
          <p:cNvSpPr/>
          <p:nvPr/>
        </p:nvSpPr>
        <p:spPr>
          <a:xfrm>
            <a:off x="3200400" y="731520"/>
            <a:ext cx="5760720" cy="5760720"/>
          </a:xfrm>
          <a:prstGeom prst="ellipse">
            <a:avLst/>
          </a:prstGeom>
          <a:solidFill>
            <a:srgbClr val="141400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0"/>
            <a:ext cx="457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364992"/>
            <a:ext cx="1072591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591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HEAVYWEIGHTS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072591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7896AB"/>
                </a:solidFill>
              </a:rPr>
              <a:t>4 PLAYERS IN THIS CATEGORY</a:t>
            </a:r>
          </a:p>
        </p:txBody>
      </p:sp>
      <p:sp>
        <p:nvSpPr>
          <p:cNvPr id="11" name="Oval 10"/>
          <p:cNvSpPr/>
          <p:nvPr/>
        </p:nvSpPr>
        <p:spPr>
          <a:xfrm>
            <a:off x="201168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"/>
            <a:ext cx="4572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</a:rPr>
              <a:t>CRIC BUDDIES CLUB  ·  AUCTION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4389120"/>
            <a:ext cx="5788152" cy="914400"/>
          </a:xfrm>
          <a:prstGeom prst="rect">
            <a:avLst/>
          </a:prstGeom>
          <a:solidFill>
            <a:srgbClr val="0A1A30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4462272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46320"/>
            <a:ext cx="5788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7896AB"/>
                </a:solidFill>
              </a:rPr>
              <a:t>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$350,000 / MAX: $510,000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$350,000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$510,000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$350,000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$360,000 / MAX: $520,000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$360,000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$520,000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$360,000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$330,000 / MAX: $490,000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$330,000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$490,000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$330,000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_full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g_left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7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vider"/>
          <p:cNvSpPr/>
          <p:nvPr/>
        </p:nvSpPr>
        <p:spPr>
          <a:xfrm>
            <a:off x="4407408" y="0"/>
            <a:ext cx="54864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op_bar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_bar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1168"/>
            <a:ext cx="3474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CBC  PLAYER AUCTION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30352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7896AB"/>
                </a:solidFill>
              </a:rPr>
              <a:t>PLAYER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"/>
            <a:ext cx="7498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 i="0">
                <a:solidFill>
                  <a:srgbClr val="7896AB"/>
                </a:solidFill>
              </a:rPr>
              <a:t>ROUND 11   |   HEAVYWEIGHTS   |   BASE: $340,000 / MAX: $500,000</a:t>
            </a:r>
          </a:p>
        </p:txBody>
      </p:sp>
      <p:sp>
        <p:nvSpPr>
          <p:cNvPr id="11" name="round_badge"/>
          <p:cNvSpPr/>
          <p:nvPr/>
        </p:nvSpPr>
        <p:spPr>
          <a:xfrm>
            <a:off x="164592" y="850392"/>
            <a:ext cx="1280160" cy="365760"/>
          </a:xfrm>
          <a:prstGeom prst="roundRect">
            <a:avLst/>
          </a:prstGeom>
          <a:solidFill>
            <a:srgbClr val="002A4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795528"/>
            <a:ext cx="12188952" cy="27432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oto_outer"/>
          <p:cNvSpPr/>
          <p:nvPr/>
        </p:nvSpPr>
        <p:spPr>
          <a:xfrm>
            <a:off x="923543" y="1408176"/>
            <a:ext cx="2578608" cy="2578608"/>
          </a:xfrm>
          <a:prstGeom prst="hexagon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_inner"/>
          <p:cNvSpPr/>
          <p:nvPr/>
        </p:nvSpPr>
        <p:spPr>
          <a:xfrm>
            <a:off x="978407" y="1463040"/>
            <a:ext cx="2468880" cy="2468880"/>
          </a:xfrm>
          <a:prstGeom prst="hexagon">
            <a:avLst/>
          </a:prstGeom>
          <a:solidFill>
            <a:srgbClr val="0A1A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>
                <a:solidFill>
                  <a:srgbClr val="FFD700"/>
                </a:solidFill>
              </a:rPr>
              <a:t>📷</a:t>
            </a:r>
          </a:p>
          <a:p>
            <a:pPr algn="ctr"/>
            <a:r>
              <a:rPr sz="1000" b="1">
                <a:solidFill>
                  <a:srgbClr val="FFD700"/>
                </a:solidFill>
              </a:rPr>
              <a:t>ADD PHOTO</a:t>
            </a:r>
          </a:p>
          <a:p>
            <a:pPr algn="ctr"/>
            <a:r>
              <a:rPr sz="700" i="1">
                <a:solidFill>
                  <a:srgbClr val="7896AB"/>
                </a:solidFill>
              </a:rPr>
              <a:t>(click to insert image)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3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0712" y="1362456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1362456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3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3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10712" y="4005072"/>
            <a:ext cx="137160" cy="2743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20440" y="3895344"/>
            <a:ext cx="2743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475488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440680"/>
            <a:ext cx="4160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D700"/>
                </a:solidFill>
              </a:rPr>
              <a:t>HEAVYWEIGHTS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822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FFD700"/>
                </a:solidFill>
              </a:rPr>
              <a:t>AUCTION DETAILS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1234440"/>
            <a:ext cx="731520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0" i="0">
                <a:solidFill>
                  <a:srgbClr val="7896AB"/>
                </a:solidFill>
              </a:rPr>
              <a:t>HEAVYWEIGHTS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7790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2923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D700"/>
                </a:solidFill>
              </a:rPr>
              <a:t>ROUND 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5580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7020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BASE: $340,000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3371" y="6355080"/>
            <a:ext cx="2401214" cy="274320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481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FFE600"/>
                </a:solidFill>
              </a:rPr>
              <a:t>MAX: $500,000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1161" y="6355080"/>
            <a:ext cx="2401214" cy="27432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42601" y="6382512"/>
            <a:ext cx="225491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 i="0">
                <a:solidFill>
                  <a:srgbClr val="CCDDEE"/>
                </a:solidFill>
              </a:rPr>
              <a:t>TEAM: OPEN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" y="6638544"/>
            <a:ext cx="11704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73168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73168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183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BASE PRICE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2896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74991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4991" y="1325880"/>
            <a:ext cx="2292095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03007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INCREMENTS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84719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6816" y="1367028"/>
            <a:ext cx="2292095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576816" y="1325880"/>
            <a:ext cx="2292095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04832" y="1408176"/>
            <a:ext cx="2036064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MAX BID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86543" y="1741932"/>
            <a:ext cx="2072640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73168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73168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01183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BID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2896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75904" y="2912363"/>
            <a:ext cx="3493008" cy="1376172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75904" y="2871215"/>
            <a:ext cx="3493008" cy="411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03920" y="2953511"/>
            <a:ext cx="3236976" cy="25603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50" b="0">
                <a:solidFill>
                  <a:srgbClr val="7896AB"/>
                </a:solidFill>
              </a:rPr>
              <a:t>RE-ENTRY CAP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3287268"/>
            <a:ext cx="3273552" cy="90982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900" b="1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73168" y="4622292"/>
            <a:ext cx="7095744" cy="1604772"/>
          </a:xfrm>
          <a:prstGeom prst="rect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73168" y="4581144"/>
            <a:ext cx="7095744" cy="411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4672583"/>
            <a:ext cx="3193084" cy="32004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0">
                <a:solidFill>
                  <a:srgbClr val="7896AB"/>
                </a:solidFill>
              </a:rPr>
              <a:t>STARTING BID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59" y="5001768"/>
            <a:ext cx="6766559" cy="114300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4200" b="1">
                <a:solidFill>
                  <a:srgbClr val="FFE600"/>
                </a:solidFill>
              </a:rPr>
              <a:t>$340,000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GAME-CHANGERS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SAMI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AMJAD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UBAID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ABRAR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JUNAID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RIAZ OG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IMRAN KHAN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SALMAN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$75,000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ALEEM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$2,500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$65,000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00FFAA"/>
                </a:solidFill>
              </a:rPr>
              <a:t>GAME-CHANGERS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AHSAN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HASHIM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$90,000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AAMER KHAN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$115,000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$165,000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MUQTADAR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$80,000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$125,000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FAIZUDDIN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FARHAN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ADIL MD.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ZAIN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$135,000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$210,000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$170,000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ABDUL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AJJU MERAJ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$215,000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$175,000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00F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HASAN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$145,000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$225,000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$185,000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MASROOR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BB44FF"/>
                </a:solidFill>
              </a:rPr>
              <a:t>SPECIALISTS (STAGE 1)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JABIR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JUNAID 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$170,000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$210,000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IMRAN KHAJA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$155,000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ASHRAF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MEHBOOB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$165,000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$205,000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SADEEN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ADIL MANGA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$160,000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BB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AYUB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" y="4956048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4592" y="495604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501091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SAMI UDDIN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35808" y="501091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0740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18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$260,000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16368" y="501091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$220,000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62288" y="501091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53928" y="50109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64592" y="5358384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4592" y="5358384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541324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MUZAFFAR 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5808" y="541324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$185,000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0740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618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$265,000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516368" y="541324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$225,000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62288" y="541324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3928" y="54132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4592" y="576072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64592" y="576072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581558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ATIF MD.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35808" y="581558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$205,000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0740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618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$285,000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16368" y="581558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$245,000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62288" y="581558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853928" y="5815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616305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64592" y="616305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10896" y="621792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ASIF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035808" y="62179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$200,000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0740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$5,000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9618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$280,000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16368" y="621792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$240,000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62288" y="621792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$20,000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53928" y="6217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</a:rPr>
              <a:t>SPECIALISTS (STAGE 2)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YOUSUF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MUJJU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MUDASSIR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SHAKEEL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$355,000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$295,000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3346703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64592" y="3346703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401568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KHALID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5808" y="340156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$270,000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618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$390,000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16368" y="34015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$330,000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2288" y="3401568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53928" y="340156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4592" y="3749039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64592" y="3749039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3803903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MERAJ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35808" y="380390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$230,000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740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18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03903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$290,000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2288" y="3803903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3803903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4151376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415137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420624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WAJID ALI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35808" y="4206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$250,000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740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$370,000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16368" y="420624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$310,000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62288" y="420624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53928" y="4206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553712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4592" y="4553712"/>
            <a:ext cx="36576" cy="384048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10896" y="460857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00CC77"/>
                </a:solidFill>
              </a:rPr>
              <a:t>WAJID MOIN 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5808" y="460857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$245,000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740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$7,500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618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16368" y="460857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62288" y="460857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$30,000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60857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0CC77"/>
                </a:solidFill>
              </a:rPr>
              <a:t>TEAM 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" y="228600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 i="0">
                <a:solidFill>
                  <a:srgbClr val="040D1E"/>
                </a:solidFill>
              </a:rPr>
              <a:t>CBC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822960"/>
            <a:ext cx="1188720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</a:rPr>
              <a:t>HEAVYWEIGHTS — COMPLETE PRICE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307592"/>
            <a:ext cx="1184148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1371600"/>
            <a:ext cx="28895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1417320"/>
            <a:ext cx="2779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PLAYER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1371600"/>
            <a:ext cx="133502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5536" y="1417320"/>
            <a:ext cx="1225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INCREMENTS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MAX BID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2" y="1371600"/>
            <a:ext cx="160934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417320"/>
            <a:ext cx="1499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371600"/>
            <a:ext cx="151790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17320"/>
            <a:ext cx="1408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RE-ENTRY 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71632" y="1371600"/>
            <a:ext cx="2340864" cy="3474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26496" y="1417320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040D1E"/>
                </a:solidFill>
              </a:rPr>
              <a:t>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737360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737360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1792224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RAHMAT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35808" y="179222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$350,000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$510,000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1792224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$430,000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92224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3928" y="1792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2139696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139696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19456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RIAZ 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5808" y="2194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$360,000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$520,000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194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194560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3928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542032"/>
            <a:ext cx="11887200" cy="384048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592" y="2542032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596896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ZIKRAN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5808" y="259689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740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618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$490,000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2596896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$410,000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596896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53928" y="259689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944368"/>
            <a:ext cx="11887200" cy="384048"/>
          </a:xfrm>
          <a:prstGeom prst="rect">
            <a:avLst/>
          </a:prstGeom>
          <a:solidFill>
            <a:srgbClr val="08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4592" y="2944368"/>
            <a:ext cx="36576" cy="384048"/>
          </a:xfrm>
          <a:prstGeom prst="rect">
            <a:avLst/>
          </a:prstGeom>
          <a:solidFill>
            <a:srgbClr val="2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2999232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SHAHZOR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5808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$340,000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0740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$10,000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18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 i="0">
                <a:solidFill>
                  <a:srgbClr val="FFE600"/>
                </a:solidFill>
              </a:rPr>
              <a:t>$500,000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16368" y="2999232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$420,000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2999232"/>
            <a:ext cx="1463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$40,000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29992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7896AB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" y="6638544"/>
            <a:ext cx="117957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040D1E"/>
                </a:solidFill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